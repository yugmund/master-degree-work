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diagrams/data5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9" r:id="rId4"/>
    <p:sldId id="268" r:id="rId5"/>
    <p:sldId id="262" r:id="rId6"/>
    <p:sldId id="273" r:id="rId7"/>
    <p:sldId id="272" r:id="rId8"/>
    <p:sldId id="260" r:id="rId9"/>
    <p:sldId id="270" r:id="rId10"/>
    <p:sldId id="269" r:id="rId11"/>
    <p:sldId id="286" r:id="rId12"/>
    <p:sldId id="263" r:id="rId13"/>
    <p:sldId id="285" r:id="rId14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6"/>
    </p:embeddedFont>
    <p:embeddedFont>
      <p:font typeface="Economica" panose="020B0604020202020204" charset="0"/>
      <p:regular r:id="rId17"/>
      <p:bold r:id="rId18"/>
      <p:italic r:id="rId19"/>
      <p:boldItalic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86"/>
    <p:restoredTop sz="93026" autoAdjust="0"/>
  </p:normalViewPr>
  <p:slideViewPr>
    <p:cSldViewPr snapToGrid="0">
      <p:cViewPr varScale="1">
        <p:scale>
          <a:sx n="132" d="100"/>
          <a:sy n="132" d="100"/>
        </p:scale>
        <p:origin x="114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7CB8FD-5D81-453A-8DD0-4EDF3118043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81DF0384-39C5-4733-A8F1-63E4CDAF8B25}">
      <dgm:prSet/>
      <dgm:spPr/>
      <dgm:t>
        <a:bodyPr/>
        <a:lstStyle/>
        <a:p>
          <a:r>
            <a:rPr lang="uk-UA" b="1" i="0" dirty="0"/>
            <a:t>Об'єкт дослідження</a:t>
          </a:r>
          <a:endParaRPr lang="uk-UA" dirty="0"/>
        </a:p>
      </dgm:t>
    </dgm:pt>
    <dgm:pt modelId="{D1856DC2-6D33-4C75-940B-C4CE13C8F371}" type="parTrans" cxnId="{3560C443-8447-4311-AF7E-6AEF1C87C785}">
      <dgm:prSet/>
      <dgm:spPr/>
      <dgm:t>
        <a:bodyPr/>
        <a:lstStyle/>
        <a:p>
          <a:endParaRPr lang="uk-UA"/>
        </a:p>
      </dgm:t>
    </dgm:pt>
    <dgm:pt modelId="{2BBA8CC6-1A05-4748-AA9B-A33DB6BAE21D}" type="sibTrans" cxnId="{3560C443-8447-4311-AF7E-6AEF1C87C785}">
      <dgm:prSet/>
      <dgm:spPr/>
      <dgm:t>
        <a:bodyPr/>
        <a:lstStyle/>
        <a:p>
          <a:endParaRPr lang="uk-UA"/>
        </a:p>
      </dgm:t>
    </dgm:pt>
    <dgm:pt modelId="{2419D452-19A5-4FC0-9B94-8295D9CEE950}">
      <dgm:prSet/>
      <dgm:spPr/>
      <dgm:t>
        <a:bodyPr/>
        <a:lstStyle/>
        <a:p>
          <a:r>
            <a:rPr lang="uk-UA" b="0" i="0" dirty="0"/>
            <a:t>Процес впровадження автоматизованих систем обслуговування клієнтів та управління транзакціями у готельній сфері.</a:t>
          </a:r>
          <a:endParaRPr lang="uk-UA" dirty="0"/>
        </a:p>
      </dgm:t>
    </dgm:pt>
    <dgm:pt modelId="{5B13E640-A09A-432A-8F54-274B976EB05C}" type="parTrans" cxnId="{29A92F60-F450-4767-84B1-FE70748D33BC}">
      <dgm:prSet/>
      <dgm:spPr/>
      <dgm:t>
        <a:bodyPr/>
        <a:lstStyle/>
        <a:p>
          <a:endParaRPr lang="uk-UA"/>
        </a:p>
      </dgm:t>
    </dgm:pt>
    <dgm:pt modelId="{91D60714-940A-46A4-B8FA-BB7A61D3FC2C}" type="sibTrans" cxnId="{29A92F60-F450-4767-84B1-FE70748D33BC}">
      <dgm:prSet/>
      <dgm:spPr/>
      <dgm:t>
        <a:bodyPr/>
        <a:lstStyle/>
        <a:p>
          <a:endParaRPr lang="uk-UA"/>
        </a:p>
      </dgm:t>
    </dgm:pt>
    <dgm:pt modelId="{52F1B392-92D8-457A-9A86-7CB022269FA5}">
      <dgm:prSet/>
      <dgm:spPr/>
      <dgm:t>
        <a:bodyPr/>
        <a:lstStyle/>
        <a:p>
          <a:r>
            <a:rPr lang="uk-UA" b="1" i="0" dirty="0"/>
            <a:t>Предмет дослідження</a:t>
          </a:r>
          <a:endParaRPr lang="uk-UA" dirty="0"/>
        </a:p>
      </dgm:t>
    </dgm:pt>
    <dgm:pt modelId="{42794F5C-5522-4803-9CD0-5262E4718CD6}" type="parTrans" cxnId="{FD6C0CC1-78A0-4F91-A576-FA4DD2DBF142}">
      <dgm:prSet/>
      <dgm:spPr/>
      <dgm:t>
        <a:bodyPr/>
        <a:lstStyle/>
        <a:p>
          <a:endParaRPr lang="uk-UA"/>
        </a:p>
      </dgm:t>
    </dgm:pt>
    <dgm:pt modelId="{26CC4076-E1AC-4A93-81EA-6B4FD3A85D3A}" type="sibTrans" cxnId="{FD6C0CC1-78A0-4F91-A576-FA4DD2DBF142}">
      <dgm:prSet/>
      <dgm:spPr/>
      <dgm:t>
        <a:bodyPr/>
        <a:lstStyle/>
        <a:p>
          <a:endParaRPr lang="uk-UA"/>
        </a:p>
      </dgm:t>
    </dgm:pt>
    <dgm:pt modelId="{C8C4E1A4-DCC9-4163-964C-902B1597A294}">
      <dgm:prSet/>
      <dgm:spPr/>
      <dgm:t>
        <a:bodyPr/>
        <a:lstStyle/>
        <a:p>
          <a:r>
            <a:rPr lang="uk-UA" b="0" i="0"/>
            <a:t>Алгоритми та архітектурні методи побудови ШІ-адміністраторів з використанням обробки природної мови та локальних </a:t>
          </a:r>
          <a:r>
            <a:rPr lang="en-US" b="0" i="0"/>
            <a:t>LLM.</a:t>
          </a:r>
          <a:endParaRPr lang="uk-UA"/>
        </a:p>
      </dgm:t>
    </dgm:pt>
    <dgm:pt modelId="{1C7D91DB-43F4-42FB-8C84-62596F7F286F}" type="parTrans" cxnId="{5D540649-2667-4B22-AD45-BD968C5C2B87}">
      <dgm:prSet/>
      <dgm:spPr/>
      <dgm:t>
        <a:bodyPr/>
        <a:lstStyle/>
        <a:p>
          <a:endParaRPr lang="uk-UA"/>
        </a:p>
      </dgm:t>
    </dgm:pt>
    <dgm:pt modelId="{6B64B704-85F7-42A3-8D6D-1CAA423F24AD}" type="sibTrans" cxnId="{5D540649-2667-4B22-AD45-BD968C5C2B87}">
      <dgm:prSet/>
      <dgm:spPr/>
      <dgm:t>
        <a:bodyPr/>
        <a:lstStyle/>
        <a:p>
          <a:endParaRPr lang="uk-UA"/>
        </a:p>
      </dgm:t>
    </dgm:pt>
    <dgm:pt modelId="{05F34C10-EEE5-4F6F-8237-6210085D64EE}">
      <dgm:prSet/>
      <dgm:spPr/>
      <dgm:t>
        <a:bodyPr/>
        <a:lstStyle/>
        <a:p>
          <a:r>
            <a:rPr lang="uk-UA" b="1" i="0" dirty="0"/>
            <a:t>Мета роботи</a:t>
          </a:r>
          <a:endParaRPr lang="uk-UA" dirty="0"/>
        </a:p>
      </dgm:t>
    </dgm:pt>
    <dgm:pt modelId="{7A370B1D-E93E-410E-83EB-2FC83AD4A6D4}" type="parTrans" cxnId="{91E022C3-8070-4301-91D9-DA7289B1A4D5}">
      <dgm:prSet/>
      <dgm:spPr/>
      <dgm:t>
        <a:bodyPr/>
        <a:lstStyle/>
        <a:p>
          <a:endParaRPr lang="uk-UA"/>
        </a:p>
      </dgm:t>
    </dgm:pt>
    <dgm:pt modelId="{497BB6BB-07F2-4347-982D-EFF78B33AD44}" type="sibTrans" cxnId="{91E022C3-8070-4301-91D9-DA7289B1A4D5}">
      <dgm:prSet/>
      <dgm:spPr/>
      <dgm:t>
        <a:bodyPr/>
        <a:lstStyle/>
        <a:p>
          <a:endParaRPr lang="uk-UA"/>
        </a:p>
      </dgm:t>
    </dgm:pt>
    <dgm:pt modelId="{AF92C0A7-5E45-4748-AC02-3D30D10802D3}">
      <dgm:prSet/>
      <dgm:spPr/>
      <dgm:t>
        <a:bodyPr/>
        <a:lstStyle/>
        <a:p>
          <a:r>
            <a:rPr lang="uk-UA" b="0" i="0"/>
            <a:t>Розроблення та експериментальна оцінка локальної архітектури ШІ-адміністратора на базі великих мовних моделей із підтримкою обробки природної мови.</a:t>
          </a:r>
          <a:endParaRPr lang="uk-UA"/>
        </a:p>
      </dgm:t>
    </dgm:pt>
    <dgm:pt modelId="{107B47D3-A39B-46D9-B9C0-EAC31FB25480}" type="parTrans" cxnId="{43C95530-8BA1-4BF5-8F2F-999F1077F29C}">
      <dgm:prSet/>
      <dgm:spPr/>
      <dgm:t>
        <a:bodyPr/>
        <a:lstStyle/>
        <a:p>
          <a:endParaRPr lang="uk-UA"/>
        </a:p>
      </dgm:t>
    </dgm:pt>
    <dgm:pt modelId="{720EE1DE-6D56-4AEB-A68D-A68418882FF3}" type="sibTrans" cxnId="{43C95530-8BA1-4BF5-8F2F-999F1077F29C}">
      <dgm:prSet/>
      <dgm:spPr/>
      <dgm:t>
        <a:bodyPr/>
        <a:lstStyle/>
        <a:p>
          <a:endParaRPr lang="uk-UA"/>
        </a:p>
      </dgm:t>
    </dgm:pt>
    <dgm:pt modelId="{815CABEC-3323-4459-BB99-0E9D830B3259}">
      <dgm:prSet/>
      <dgm:spPr/>
      <dgm:t>
        <a:bodyPr/>
        <a:lstStyle/>
        <a:p>
          <a:r>
            <a:rPr lang="uk-UA" b="1" i="0" dirty="0"/>
            <a:t>Методи дослідження</a:t>
          </a:r>
          <a:endParaRPr lang="uk-UA" dirty="0"/>
        </a:p>
      </dgm:t>
    </dgm:pt>
    <dgm:pt modelId="{B14ABEE8-E542-476B-BCD4-EA88EEB19226}" type="parTrans" cxnId="{341E708C-60A4-4BEB-A886-77A7C93EA012}">
      <dgm:prSet/>
      <dgm:spPr/>
      <dgm:t>
        <a:bodyPr/>
        <a:lstStyle/>
        <a:p>
          <a:endParaRPr lang="uk-UA"/>
        </a:p>
      </dgm:t>
    </dgm:pt>
    <dgm:pt modelId="{BED98A48-B562-4E3D-8D87-6E9DE22B17A6}" type="sibTrans" cxnId="{341E708C-60A4-4BEB-A886-77A7C93EA012}">
      <dgm:prSet/>
      <dgm:spPr/>
      <dgm:t>
        <a:bodyPr/>
        <a:lstStyle/>
        <a:p>
          <a:endParaRPr lang="uk-UA"/>
        </a:p>
      </dgm:t>
    </dgm:pt>
    <mc:AlternateContent xmlns:mc="http://schemas.openxmlformats.org/markup-compatibility/2006" xmlns:a14="http://schemas.microsoft.com/office/drawing/2010/main">
      <mc:Choice Requires="a14">
        <dgm:pt modelId="{4FC40849-91B2-4901-A10E-E3DFCFAD161E}">
          <dgm:prSet/>
          <dgm:spPr/>
          <dgm:t>
            <a:bodyPr/>
            <a:lstStyle/>
            <a:p>
              <a:r>
                <a:rPr lang="uk-UA" b="0" i="0" dirty="0"/>
                <a:t>Системний аналіз предметної області, багатокритеріальна оптимізація (метод лінійної адитивної згортки), математична лінгвістика (</a:t>
              </a:r>
              <a:r>
                <a:rPr lang="uk-UA" b="0" i="0" dirty="0" err="1"/>
                <a:t>векторизація</a:t>
              </a:r>
              <a:r>
                <a:rPr lang="uk-UA" b="0" i="0" dirty="0"/>
                <a:t>, </a:t>
              </a:r>
              <a:r>
                <a:rPr lang="uk-UA" b="0" i="0" dirty="0" err="1"/>
                <a:t>трансформери</a:t>
              </a:r>
              <a:r>
                <a:rPr lang="uk-UA" b="0" i="0" dirty="0"/>
                <a:t>), машинні методи сегментації (</a:t>
              </a:r>
              <a14:m>
                <m:oMath xmlns:m="http://schemas.openxmlformats.org/officeDocument/2006/math">
                  <m:r>
                    <a:rPr lang="uk-UA" b="0" i="1">
                      <a:latin typeface="Cambria Math" panose="02040503050406030204" pitchFamily="18" charset="0"/>
                    </a:rPr>
                    <m:t>𝑘</m:t>
                  </m:r>
                </m:oMath>
              </a14:m>
              <a:r>
                <a:rPr lang="uk-UA" b="0" i="0" dirty="0"/>
                <a:t>-</a:t>
              </a:r>
              <a:r>
                <a:rPr lang="en-US" b="0" i="0" dirty="0"/>
                <a:t>means) </a:t>
              </a:r>
              <a:r>
                <a:rPr lang="uk-UA" b="0" i="0" dirty="0"/>
                <a:t>та навчання з підкріпленням (</a:t>
              </a:r>
              <a:r>
                <a:rPr lang="en-US" b="0" i="0" dirty="0"/>
                <a:t>Reinforcement Learning).</a:t>
              </a:r>
              <a:endParaRPr lang="uk-UA" dirty="0"/>
            </a:p>
          </dgm:t>
        </dgm:pt>
      </mc:Choice>
      <mc:Fallback xmlns="">
        <dgm:pt modelId="{4FC40849-91B2-4901-A10E-E3DFCFAD161E}">
          <dgm:prSet/>
          <dgm:spPr/>
          <dgm:t>
            <a:bodyPr/>
            <a:lstStyle/>
            <a:p>
              <a:r>
                <a:rPr lang="uk-UA" b="0" i="0" dirty="0"/>
                <a:t>Системний аналіз предметної області, багатокритеріальна оптимізація (метод лінійної адитивної згортки), математична лінгвістика (</a:t>
              </a:r>
              <a:r>
                <a:rPr lang="uk-UA" b="0" i="0" dirty="0" err="1"/>
                <a:t>векторизація</a:t>
              </a:r>
              <a:r>
                <a:rPr lang="uk-UA" b="0" i="0" dirty="0"/>
                <a:t>, </a:t>
              </a:r>
              <a:r>
                <a:rPr lang="uk-UA" b="0" i="0" dirty="0" err="1"/>
                <a:t>трансформери</a:t>
              </a:r>
              <a:r>
                <a:rPr lang="uk-UA" b="0" i="0" dirty="0"/>
                <a:t>), машинні методи сегментації (</a:t>
              </a:r>
              <a:r>
                <a:rPr lang="uk-UA" b="0" i="0"/>
                <a:t>𝑘</a:t>
              </a:r>
              <a:r>
                <a:rPr lang="uk-UA" b="0" i="0" dirty="0"/>
                <a:t>-</a:t>
              </a:r>
              <a:r>
                <a:rPr lang="en-US" b="0" i="0" dirty="0"/>
                <a:t>means) </a:t>
              </a:r>
              <a:r>
                <a:rPr lang="uk-UA" b="0" i="0" dirty="0"/>
                <a:t>та навчання з підкріпленням (</a:t>
              </a:r>
              <a:r>
                <a:rPr lang="en-US" b="0" i="0" dirty="0"/>
                <a:t>Reinforcement Learning).</a:t>
              </a:r>
              <a:endParaRPr lang="uk-UA" dirty="0"/>
            </a:p>
          </dgm:t>
        </dgm:pt>
      </mc:Fallback>
    </mc:AlternateContent>
    <dgm:pt modelId="{E81C715F-ABE4-4914-A090-0D5D69F7EC11}" type="parTrans" cxnId="{57BF6379-B82A-4D92-A380-9A75114DE8EA}">
      <dgm:prSet/>
      <dgm:spPr/>
      <dgm:t>
        <a:bodyPr/>
        <a:lstStyle/>
        <a:p>
          <a:endParaRPr lang="uk-UA"/>
        </a:p>
      </dgm:t>
    </dgm:pt>
    <dgm:pt modelId="{1961B2F9-6A74-48B5-8CFC-6924355A388A}" type="sibTrans" cxnId="{57BF6379-B82A-4D92-A380-9A75114DE8EA}">
      <dgm:prSet/>
      <dgm:spPr/>
      <dgm:t>
        <a:bodyPr/>
        <a:lstStyle/>
        <a:p>
          <a:endParaRPr lang="uk-UA"/>
        </a:p>
      </dgm:t>
    </dgm:pt>
    <dgm:pt modelId="{50903A90-6D6B-453C-830B-07DC993DBB67}" type="pres">
      <dgm:prSet presAssocID="{417CB8FD-5D81-453A-8DD0-4EDF31180435}" presName="vert0" presStyleCnt="0">
        <dgm:presLayoutVars>
          <dgm:dir/>
          <dgm:animOne val="branch"/>
          <dgm:animLvl val="lvl"/>
        </dgm:presLayoutVars>
      </dgm:prSet>
      <dgm:spPr/>
    </dgm:pt>
    <dgm:pt modelId="{81983511-EAAA-4818-A6EA-764BC7C96322}" type="pres">
      <dgm:prSet presAssocID="{81DF0384-39C5-4733-A8F1-63E4CDAF8B25}" presName="thickLine" presStyleLbl="alignNode1" presStyleIdx="0" presStyleCnt="4"/>
      <dgm:spPr/>
    </dgm:pt>
    <dgm:pt modelId="{28E8C082-DDE1-4855-9587-E7191FBFDD20}" type="pres">
      <dgm:prSet presAssocID="{81DF0384-39C5-4733-A8F1-63E4CDAF8B25}" presName="horz1" presStyleCnt="0"/>
      <dgm:spPr/>
    </dgm:pt>
    <dgm:pt modelId="{CA941CE7-B52B-4AD8-A96D-3D9CC77733D4}" type="pres">
      <dgm:prSet presAssocID="{81DF0384-39C5-4733-A8F1-63E4CDAF8B25}" presName="tx1" presStyleLbl="revTx" presStyleIdx="0" presStyleCnt="8"/>
      <dgm:spPr/>
    </dgm:pt>
    <dgm:pt modelId="{1581C0DE-368C-42D9-8982-F07D83508B3E}" type="pres">
      <dgm:prSet presAssocID="{81DF0384-39C5-4733-A8F1-63E4CDAF8B25}" presName="vert1" presStyleCnt="0"/>
      <dgm:spPr/>
    </dgm:pt>
    <dgm:pt modelId="{0CF470CD-B644-47BE-B8AD-8AF52590C9D8}" type="pres">
      <dgm:prSet presAssocID="{2419D452-19A5-4FC0-9B94-8295D9CEE950}" presName="vertSpace2a" presStyleCnt="0"/>
      <dgm:spPr/>
    </dgm:pt>
    <dgm:pt modelId="{26132BD5-C949-41EF-8D87-0C6721D61757}" type="pres">
      <dgm:prSet presAssocID="{2419D452-19A5-4FC0-9B94-8295D9CEE950}" presName="horz2" presStyleCnt="0"/>
      <dgm:spPr/>
    </dgm:pt>
    <dgm:pt modelId="{F004D08B-734C-48A7-B7D6-81411F5B991B}" type="pres">
      <dgm:prSet presAssocID="{2419D452-19A5-4FC0-9B94-8295D9CEE950}" presName="horzSpace2" presStyleCnt="0"/>
      <dgm:spPr/>
    </dgm:pt>
    <dgm:pt modelId="{5643F077-1E48-4153-AA2D-D4C69CD1F202}" type="pres">
      <dgm:prSet presAssocID="{2419D452-19A5-4FC0-9B94-8295D9CEE950}" presName="tx2" presStyleLbl="revTx" presStyleIdx="1" presStyleCnt="8"/>
      <dgm:spPr/>
    </dgm:pt>
    <dgm:pt modelId="{AB981984-FDD1-460E-8B49-ACAA0BDE74A3}" type="pres">
      <dgm:prSet presAssocID="{2419D452-19A5-4FC0-9B94-8295D9CEE950}" presName="vert2" presStyleCnt="0"/>
      <dgm:spPr/>
    </dgm:pt>
    <dgm:pt modelId="{9D813B8C-002A-4A99-BEA9-F794F8DB59F2}" type="pres">
      <dgm:prSet presAssocID="{2419D452-19A5-4FC0-9B94-8295D9CEE950}" presName="thinLine2b" presStyleLbl="callout" presStyleIdx="0" presStyleCnt="4"/>
      <dgm:spPr/>
    </dgm:pt>
    <dgm:pt modelId="{63E6D11C-15BD-439F-8FA1-32A2C146F27B}" type="pres">
      <dgm:prSet presAssocID="{2419D452-19A5-4FC0-9B94-8295D9CEE950}" presName="vertSpace2b" presStyleCnt="0"/>
      <dgm:spPr/>
    </dgm:pt>
    <dgm:pt modelId="{A195F41C-A501-46EA-AD06-37ED5406EDB9}" type="pres">
      <dgm:prSet presAssocID="{52F1B392-92D8-457A-9A86-7CB022269FA5}" presName="thickLine" presStyleLbl="alignNode1" presStyleIdx="1" presStyleCnt="4"/>
      <dgm:spPr/>
    </dgm:pt>
    <dgm:pt modelId="{54383D01-56CA-4709-93D3-CFAC3FDF16AE}" type="pres">
      <dgm:prSet presAssocID="{52F1B392-92D8-457A-9A86-7CB022269FA5}" presName="horz1" presStyleCnt="0"/>
      <dgm:spPr/>
    </dgm:pt>
    <dgm:pt modelId="{74CB87ED-6E44-4363-A92D-B3F1E3EC9734}" type="pres">
      <dgm:prSet presAssocID="{52F1B392-92D8-457A-9A86-7CB022269FA5}" presName="tx1" presStyleLbl="revTx" presStyleIdx="2" presStyleCnt="8"/>
      <dgm:spPr/>
    </dgm:pt>
    <dgm:pt modelId="{C2031599-C8FE-4214-B79A-ACBA96B25EBD}" type="pres">
      <dgm:prSet presAssocID="{52F1B392-92D8-457A-9A86-7CB022269FA5}" presName="vert1" presStyleCnt="0"/>
      <dgm:spPr/>
    </dgm:pt>
    <dgm:pt modelId="{B591C3C5-130F-47A7-9BEF-BA741594B4F3}" type="pres">
      <dgm:prSet presAssocID="{C8C4E1A4-DCC9-4163-964C-902B1597A294}" presName="vertSpace2a" presStyleCnt="0"/>
      <dgm:spPr/>
    </dgm:pt>
    <dgm:pt modelId="{E9DD5940-F798-4AB8-8D18-CE316D9B9820}" type="pres">
      <dgm:prSet presAssocID="{C8C4E1A4-DCC9-4163-964C-902B1597A294}" presName="horz2" presStyleCnt="0"/>
      <dgm:spPr/>
    </dgm:pt>
    <dgm:pt modelId="{3A023A2B-20FF-477D-B9D7-BB22BED87680}" type="pres">
      <dgm:prSet presAssocID="{C8C4E1A4-DCC9-4163-964C-902B1597A294}" presName="horzSpace2" presStyleCnt="0"/>
      <dgm:spPr/>
    </dgm:pt>
    <dgm:pt modelId="{E34CDBF8-8D90-4D03-88F0-EF593E0358C5}" type="pres">
      <dgm:prSet presAssocID="{C8C4E1A4-DCC9-4163-964C-902B1597A294}" presName="tx2" presStyleLbl="revTx" presStyleIdx="3" presStyleCnt="8"/>
      <dgm:spPr/>
    </dgm:pt>
    <dgm:pt modelId="{9830CC3C-9E4F-4836-AEB9-5CDC7B12D3AD}" type="pres">
      <dgm:prSet presAssocID="{C8C4E1A4-DCC9-4163-964C-902B1597A294}" presName="vert2" presStyleCnt="0"/>
      <dgm:spPr/>
    </dgm:pt>
    <dgm:pt modelId="{B2EC6819-5027-45EA-AB7F-B5B6A597C094}" type="pres">
      <dgm:prSet presAssocID="{C8C4E1A4-DCC9-4163-964C-902B1597A294}" presName="thinLine2b" presStyleLbl="callout" presStyleIdx="1" presStyleCnt="4"/>
      <dgm:spPr/>
    </dgm:pt>
    <dgm:pt modelId="{39224D4D-46A8-40F7-A48E-DBB17E6CCFE6}" type="pres">
      <dgm:prSet presAssocID="{C8C4E1A4-DCC9-4163-964C-902B1597A294}" presName="vertSpace2b" presStyleCnt="0"/>
      <dgm:spPr/>
    </dgm:pt>
    <dgm:pt modelId="{B5BE64EC-E272-40F3-ABB6-EE3F7BB54B78}" type="pres">
      <dgm:prSet presAssocID="{05F34C10-EEE5-4F6F-8237-6210085D64EE}" presName="thickLine" presStyleLbl="alignNode1" presStyleIdx="2" presStyleCnt="4"/>
      <dgm:spPr/>
    </dgm:pt>
    <dgm:pt modelId="{2841FD5E-68BC-48B7-9C41-283CB7D635CA}" type="pres">
      <dgm:prSet presAssocID="{05F34C10-EEE5-4F6F-8237-6210085D64EE}" presName="horz1" presStyleCnt="0"/>
      <dgm:spPr/>
    </dgm:pt>
    <dgm:pt modelId="{04BC1D6D-A429-4062-9AF9-18686FA7F082}" type="pres">
      <dgm:prSet presAssocID="{05F34C10-EEE5-4F6F-8237-6210085D64EE}" presName="tx1" presStyleLbl="revTx" presStyleIdx="4" presStyleCnt="8"/>
      <dgm:spPr/>
    </dgm:pt>
    <dgm:pt modelId="{E04172F1-9BC3-4030-81AB-8A2F5504A8E2}" type="pres">
      <dgm:prSet presAssocID="{05F34C10-EEE5-4F6F-8237-6210085D64EE}" presName="vert1" presStyleCnt="0"/>
      <dgm:spPr/>
    </dgm:pt>
    <dgm:pt modelId="{14B94A9A-028E-4A6D-8BB2-4E0D02006965}" type="pres">
      <dgm:prSet presAssocID="{AF92C0A7-5E45-4748-AC02-3D30D10802D3}" presName="vertSpace2a" presStyleCnt="0"/>
      <dgm:spPr/>
    </dgm:pt>
    <dgm:pt modelId="{61DC4167-F026-43CA-9F71-8347A0A608FA}" type="pres">
      <dgm:prSet presAssocID="{AF92C0A7-5E45-4748-AC02-3D30D10802D3}" presName="horz2" presStyleCnt="0"/>
      <dgm:spPr/>
    </dgm:pt>
    <dgm:pt modelId="{2CB0D1C0-B73F-4F48-9178-0FAB2AE269C9}" type="pres">
      <dgm:prSet presAssocID="{AF92C0A7-5E45-4748-AC02-3D30D10802D3}" presName="horzSpace2" presStyleCnt="0"/>
      <dgm:spPr/>
    </dgm:pt>
    <dgm:pt modelId="{1CB48F7F-CC37-4EB1-9045-518591E0FE45}" type="pres">
      <dgm:prSet presAssocID="{AF92C0A7-5E45-4748-AC02-3D30D10802D3}" presName="tx2" presStyleLbl="revTx" presStyleIdx="5" presStyleCnt="8"/>
      <dgm:spPr/>
    </dgm:pt>
    <dgm:pt modelId="{42CA74D8-AA59-40B7-9CCD-CF2336814A89}" type="pres">
      <dgm:prSet presAssocID="{AF92C0A7-5E45-4748-AC02-3D30D10802D3}" presName="vert2" presStyleCnt="0"/>
      <dgm:spPr/>
    </dgm:pt>
    <dgm:pt modelId="{F39A43F0-DB36-4B2C-8CFB-4BED005251A2}" type="pres">
      <dgm:prSet presAssocID="{AF92C0A7-5E45-4748-AC02-3D30D10802D3}" presName="thinLine2b" presStyleLbl="callout" presStyleIdx="2" presStyleCnt="4"/>
      <dgm:spPr/>
    </dgm:pt>
    <dgm:pt modelId="{0712FC59-2213-4061-B50E-1B8B6B712377}" type="pres">
      <dgm:prSet presAssocID="{AF92C0A7-5E45-4748-AC02-3D30D10802D3}" presName="vertSpace2b" presStyleCnt="0"/>
      <dgm:spPr/>
    </dgm:pt>
    <dgm:pt modelId="{C86D837F-1383-4C9E-A25F-9A1DEB57BF66}" type="pres">
      <dgm:prSet presAssocID="{815CABEC-3323-4459-BB99-0E9D830B3259}" presName="thickLine" presStyleLbl="alignNode1" presStyleIdx="3" presStyleCnt="4"/>
      <dgm:spPr/>
    </dgm:pt>
    <dgm:pt modelId="{3A9FAB5D-497D-4BBF-AE30-51AAB4AC5ABC}" type="pres">
      <dgm:prSet presAssocID="{815CABEC-3323-4459-BB99-0E9D830B3259}" presName="horz1" presStyleCnt="0"/>
      <dgm:spPr/>
    </dgm:pt>
    <dgm:pt modelId="{13DDE166-C75A-44DE-96B9-F1A565738D85}" type="pres">
      <dgm:prSet presAssocID="{815CABEC-3323-4459-BB99-0E9D830B3259}" presName="tx1" presStyleLbl="revTx" presStyleIdx="6" presStyleCnt="8"/>
      <dgm:spPr/>
    </dgm:pt>
    <dgm:pt modelId="{EEA997E8-0D72-4EEF-9356-3E371AC161C6}" type="pres">
      <dgm:prSet presAssocID="{815CABEC-3323-4459-BB99-0E9D830B3259}" presName="vert1" presStyleCnt="0"/>
      <dgm:spPr/>
    </dgm:pt>
    <dgm:pt modelId="{955A9E12-6E99-46C8-8BEA-819ED7040746}" type="pres">
      <dgm:prSet presAssocID="{4FC40849-91B2-4901-A10E-E3DFCFAD161E}" presName="vertSpace2a" presStyleCnt="0"/>
      <dgm:spPr/>
    </dgm:pt>
    <dgm:pt modelId="{167627DB-CFFA-4FCC-952E-7A878E60BDA4}" type="pres">
      <dgm:prSet presAssocID="{4FC40849-91B2-4901-A10E-E3DFCFAD161E}" presName="horz2" presStyleCnt="0"/>
      <dgm:spPr/>
    </dgm:pt>
    <dgm:pt modelId="{9AC3D5D3-175C-4C26-BDA1-E364B2D23BA3}" type="pres">
      <dgm:prSet presAssocID="{4FC40849-91B2-4901-A10E-E3DFCFAD161E}" presName="horzSpace2" presStyleCnt="0"/>
      <dgm:spPr/>
    </dgm:pt>
    <dgm:pt modelId="{E37595A3-6872-4656-B2EA-DD6D4BE8C4F6}" type="pres">
      <dgm:prSet presAssocID="{4FC40849-91B2-4901-A10E-E3DFCFAD161E}" presName="tx2" presStyleLbl="revTx" presStyleIdx="7" presStyleCnt="8"/>
      <dgm:spPr/>
    </dgm:pt>
    <dgm:pt modelId="{EC3745A0-6595-40B8-8D91-2A4188CD1620}" type="pres">
      <dgm:prSet presAssocID="{4FC40849-91B2-4901-A10E-E3DFCFAD161E}" presName="vert2" presStyleCnt="0"/>
      <dgm:spPr/>
    </dgm:pt>
    <dgm:pt modelId="{A4805668-B380-4D9E-88A0-DD145E1D19BD}" type="pres">
      <dgm:prSet presAssocID="{4FC40849-91B2-4901-A10E-E3DFCFAD161E}" presName="thinLine2b" presStyleLbl="callout" presStyleIdx="3" presStyleCnt="4"/>
      <dgm:spPr/>
    </dgm:pt>
    <dgm:pt modelId="{64280884-438B-4AD6-804F-27D783E16699}" type="pres">
      <dgm:prSet presAssocID="{4FC40849-91B2-4901-A10E-E3DFCFAD161E}" presName="vertSpace2b" presStyleCnt="0"/>
      <dgm:spPr/>
    </dgm:pt>
  </dgm:ptLst>
  <dgm:cxnLst>
    <dgm:cxn modelId="{4CCE3317-B682-4938-B8D7-9CFD08A9F0CC}" type="presOf" srcId="{815CABEC-3323-4459-BB99-0E9D830B3259}" destId="{13DDE166-C75A-44DE-96B9-F1A565738D85}" srcOrd="0" destOrd="0" presId="urn:microsoft.com/office/officeart/2008/layout/LinedList"/>
    <dgm:cxn modelId="{43C95530-8BA1-4BF5-8F2F-999F1077F29C}" srcId="{05F34C10-EEE5-4F6F-8237-6210085D64EE}" destId="{AF92C0A7-5E45-4748-AC02-3D30D10802D3}" srcOrd="0" destOrd="0" parTransId="{107B47D3-A39B-46D9-B9C0-EAC31FB25480}" sibTransId="{720EE1DE-6D56-4AEB-A68D-A68418882FF3}"/>
    <dgm:cxn modelId="{D602555D-AEA0-4D60-A21C-8ABF7E60B7F6}" type="presOf" srcId="{81DF0384-39C5-4733-A8F1-63E4CDAF8B25}" destId="{CA941CE7-B52B-4AD8-A96D-3D9CC77733D4}" srcOrd="0" destOrd="0" presId="urn:microsoft.com/office/officeart/2008/layout/LinedList"/>
    <dgm:cxn modelId="{29A92F60-F450-4767-84B1-FE70748D33BC}" srcId="{81DF0384-39C5-4733-A8F1-63E4CDAF8B25}" destId="{2419D452-19A5-4FC0-9B94-8295D9CEE950}" srcOrd="0" destOrd="0" parTransId="{5B13E640-A09A-432A-8F54-274B976EB05C}" sibTransId="{91D60714-940A-46A4-B8FA-BB7A61D3FC2C}"/>
    <dgm:cxn modelId="{3560C443-8447-4311-AF7E-6AEF1C87C785}" srcId="{417CB8FD-5D81-453A-8DD0-4EDF31180435}" destId="{81DF0384-39C5-4733-A8F1-63E4CDAF8B25}" srcOrd="0" destOrd="0" parTransId="{D1856DC2-6D33-4C75-940B-C4CE13C8F371}" sibTransId="{2BBA8CC6-1A05-4748-AA9B-A33DB6BAE21D}"/>
    <dgm:cxn modelId="{5D540649-2667-4B22-AD45-BD968C5C2B87}" srcId="{52F1B392-92D8-457A-9A86-7CB022269FA5}" destId="{C8C4E1A4-DCC9-4163-964C-902B1597A294}" srcOrd="0" destOrd="0" parTransId="{1C7D91DB-43F4-42FB-8C84-62596F7F286F}" sibTransId="{6B64B704-85F7-42A3-8D6D-1CAA423F24AD}"/>
    <dgm:cxn modelId="{57BF6379-B82A-4D92-A380-9A75114DE8EA}" srcId="{815CABEC-3323-4459-BB99-0E9D830B3259}" destId="{4FC40849-91B2-4901-A10E-E3DFCFAD161E}" srcOrd="0" destOrd="0" parTransId="{E81C715F-ABE4-4914-A090-0D5D69F7EC11}" sibTransId="{1961B2F9-6A74-48B5-8CFC-6924355A388A}"/>
    <dgm:cxn modelId="{8FBE6579-EE45-48C8-BA44-32F2F5CB8CF8}" type="presOf" srcId="{C8C4E1A4-DCC9-4163-964C-902B1597A294}" destId="{E34CDBF8-8D90-4D03-88F0-EF593E0358C5}" srcOrd="0" destOrd="0" presId="urn:microsoft.com/office/officeart/2008/layout/LinedList"/>
    <dgm:cxn modelId="{6C75A359-3A74-4A5E-9037-C8467F19D1F1}" type="presOf" srcId="{AF92C0A7-5E45-4748-AC02-3D30D10802D3}" destId="{1CB48F7F-CC37-4EB1-9045-518591E0FE45}" srcOrd="0" destOrd="0" presId="urn:microsoft.com/office/officeart/2008/layout/LinedList"/>
    <dgm:cxn modelId="{1790BA7B-BF61-4850-83C0-9EBE23E32F92}" type="presOf" srcId="{52F1B392-92D8-457A-9A86-7CB022269FA5}" destId="{74CB87ED-6E44-4363-A92D-B3F1E3EC9734}" srcOrd="0" destOrd="0" presId="urn:microsoft.com/office/officeart/2008/layout/LinedList"/>
    <dgm:cxn modelId="{341E708C-60A4-4BEB-A886-77A7C93EA012}" srcId="{417CB8FD-5D81-453A-8DD0-4EDF31180435}" destId="{815CABEC-3323-4459-BB99-0E9D830B3259}" srcOrd="3" destOrd="0" parTransId="{B14ABEE8-E542-476B-BCD4-EA88EEB19226}" sibTransId="{BED98A48-B562-4E3D-8D87-6E9DE22B17A6}"/>
    <dgm:cxn modelId="{22CD988F-89F0-420D-B8AF-584970A23C46}" type="presOf" srcId="{05F34C10-EEE5-4F6F-8237-6210085D64EE}" destId="{04BC1D6D-A429-4062-9AF9-18686FA7F082}" srcOrd="0" destOrd="0" presId="urn:microsoft.com/office/officeart/2008/layout/LinedList"/>
    <dgm:cxn modelId="{CF9DDAB7-3907-4BC8-8385-68B72401D851}" type="presOf" srcId="{417CB8FD-5D81-453A-8DD0-4EDF31180435}" destId="{50903A90-6D6B-453C-830B-07DC993DBB67}" srcOrd="0" destOrd="0" presId="urn:microsoft.com/office/officeart/2008/layout/LinedList"/>
    <dgm:cxn modelId="{FD6C0CC1-78A0-4F91-A576-FA4DD2DBF142}" srcId="{417CB8FD-5D81-453A-8DD0-4EDF31180435}" destId="{52F1B392-92D8-457A-9A86-7CB022269FA5}" srcOrd="1" destOrd="0" parTransId="{42794F5C-5522-4803-9CD0-5262E4718CD6}" sibTransId="{26CC4076-E1AC-4A93-81EA-6B4FD3A85D3A}"/>
    <dgm:cxn modelId="{91E022C3-8070-4301-91D9-DA7289B1A4D5}" srcId="{417CB8FD-5D81-453A-8DD0-4EDF31180435}" destId="{05F34C10-EEE5-4F6F-8237-6210085D64EE}" srcOrd="2" destOrd="0" parTransId="{7A370B1D-E93E-410E-83EB-2FC83AD4A6D4}" sibTransId="{497BB6BB-07F2-4347-982D-EFF78B33AD44}"/>
    <dgm:cxn modelId="{A0AE72E0-C7FE-453D-8DDF-ABDA5B2817F7}" type="presOf" srcId="{4FC40849-91B2-4901-A10E-E3DFCFAD161E}" destId="{E37595A3-6872-4656-B2EA-DD6D4BE8C4F6}" srcOrd="0" destOrd="0" presId="urn:microsoft.com/office/officeart/2008/layout/LinedList"/>
    <dgm:cxn modelId="{FC9D92F1-5AD2-4081-8EA1-C760D2083903}" type="presOf" srcId="{2419D452-19A5-4FC0-9B94-8295D9CEE950}" destId="{5643F077-1E48-4153-AA2D-D4C69CD1F202}" srcOrd="0" destOrd="0" presId="urn:microsoft.com/office/officeart/2008/layout/LinedList"/>
    <dgm:cxn modelId="{71A50B08-615E-46CA-910E-9D7C808FD0A7}" type="presParOf" srcId="{50903A90-6D6B-453C-830B-07DC993DBB67}" destId="{81983511-EAAA-4818-A6EA-764BC7C96322}" srcOrd="0" destOrd="0" presId="urn:microsoft.com/office/officeart/2008/layout/LinedList"/>
    <dgm:cxn modelId="{355A3F0B-89E5-4AF5-9BA2-975108CBB2BF}" type="presParOf" srcId="{50903A90-6D6B-453C-830B-07DC993DBB67}" destId="{28E8C082-DDE1-4855-9587-E7191FBFDD20}" srcOrd="1" destOrd="0" presId="urn:microsoft.com/office/officeart/2008/layout/LinedList"/>
    <dgm:cxn modelId="{DAA0B396-B205-48C6-B7E0-F854C7B17DE7}" type="presParOf" srcId="{28E8C082-DDE1-4855-9587-E7191FBFDD20}" destId="{CA941CE7-B52B-4AD8-A96D-3D9CC77733D4}" srcOrd="0" destOrd="0" presId="urn:microsoft.com/office/officeart/2008/layout/LinedList"/>
    <dgm:cxn modelId="{3DFA7E6B-166D-4398-A47F-0F7494E97DF5}" type="presParOf" srcId="{28E8C082-DDE1-4855-9587-E7191FBFDD20}" destId="{1581C0DE-368C-42D9-8982-F07D83508B3E}" srcOrd="1" destOrd="0" presId="urn:microsoft.com/office/officeart/2008/layout/LinedList"/>
    <dgm:cxn modelId="{716C3D11-899A-4529-BB9A-308F7BB5D342}" type="presParOf" srcId="{1581C0DE-368C-42D9-8982-F07D83508B3E}" destId="{0CF470CD-B644-47BE-B8AD-8AF52590C9D8}" srcOrd="0" destOrd="0" presId="urn:microsoft.com/office/officeart/2008/layout/LinedList"/>
    <dgm:cxn modelId="{259F9211-530E-42BD-A3C0-1D1986A0930F}" type="presParOf" srcId="{1581C0DE-368C-42D9-8982-F07D83508B3E}" destId="{26132BD5-C949-41EF-8D87-0C6721D61757}" srcOrd="1" destOrd="0" presId="urn:microsoft.com/office/officeart/2008/layout/LinedList"/>
    <dgm:cxn modelId="{FD5C21B6-83F5-4DFF-8AE5-C61A7703F35C}" type="presParOf" srcId="{26132BD5-C949-41EF-8D87-0C6721D61757}" destId="{F004D08B-734C-48A7-B7D6-81411F5B991B}" srcOrd="0" destOrd="0" presId="urn:microsoft.com/office/officeart/2008/layout/LinedList"/>
    <dgm:cxn modelId="{2BC90F96-DA48-40A4-9351-167D66727C94}" type="presParOf" srcId="{26132BD5-C949-41EF-8D87-0C6721D61757}" destId="{5643F077-1E48-4153-AA2D-D4C69CD1F202}" srcOrd="1" destOrd="0" presId="urn:microsoft.com/office/officeart/2008/layout/LinedList"/>
    <dgm:cxn modelId="{06064A8A-02D3-43F5-A1AD-E25F71EAA555}" type="presParOf" srcId="{26132BD5-C949-41EF-8D87-0C6721D61757}" destId="{AB981984-FDD1-460E-8B49-ACAA0BDE74A3}" srcOrd="2" destOrd="0" presId="urn:microsoft.com/office/officeart/2008/layout/LinedList"/>
    <dgm:cxn modelId="{630C4943-89B4-401C-BC22-C47121613D1F}" type="presParOf" srcId="{1581C0DE-368C-42D9-8982-F07D83508B3E}" destId="{9D813B8C-002A-4A99-BEA9-F794F8DB59F2}" srcOrd="2" destOrd="0" presId="urn:microsoft.com/office/officeart/2008/layout/LinedList"/>
    <dgm:cxn modelId="{A25B63C6-E069-43AF-BC08-5E7074641AD0}" type="presParOf" srcId="{1581C0DE-368C-42D9-8982-F07D83508B3E}" destId="{63E6D11C-15BD-439F-8FA1-32A2C146F27B}" srcOrd="3" destOrd="0" presId="urn:microsoft.com/office/officeart/2008/layout/LinedList"/>
    <dgm:cxn modelId="{F9B5FF60-7BCF-4D71-8713-0258E1D91223}" type="presParOf" srcId="{50903A90-6D6B-453C-830B-07DC993DBB67}" destId="{A195F41C-A501-46EA-AD06-37ED5406EDB9}" srcOrd="2" destOrd="0" presId="urn:microsoft.com/office/officeart/2008/layout/LinedList"/>
    <dgm:cxn modelId="{F77C2CAC-19DA-4B7D-8E56-C112F46A96C0}" type="presParOf" srcId="{50903A90-6D6B-453C-830B-07DC993DBB67}" destId="{54383D01-56CA-4709-93D3-CFAC3FDF16AE}" srcOrd="3" destOrd="0" presId="urn:microsoft.com/office/officeart/2008/layout/LinedList"/>
    <dgm:cxn modelId="{8ECF8106-5B13-4EB3-A584-0C48A7EA2E4B}" type="presParOf" srcId="{54383D01-56CA-4709-93D3-CFAC3FDF16AE}" destId="{74CB87ED-6E44-4363-A92D-B3F1E3EC9734}" srcOrd="0" destOrd="0" presId="urn:microsoft.com/office/officeart/2008/layout/LinedList"/>
    <dgm:cxn modelId="{8C5CCD90-9318-412F-AD1B-6D7A510BE7CA}" type="presParOf" srcId="{54383D01-56CA-4709-93D3-CFAC3FDF16AE}" destId="{C2031599-C8FE-4214-B79A-ACBA96B25EBD}" srcOrd="1" destOrd="0" presId="urn:microsoft.com/office/officeart/2008/layout/LinedList"/>
    <dgm:cxn modelId="{21AA8589-AE5F-475D-B29C-FB16AAFDCCC3}" type="presParOf" srcId="{C2031599-C8FE-4214-B79A-ACBA96B25EBD}" destId="{B591C3C5-130F-47A7-9BEF-BA741594B4F3}" srcOrd="0" destOrd="0" presId="urn:microsoft.com/office/officeart/2008/layout/LinedList"/>
    <dgm:cxn modelId="{30382FBA-F398-4483-AD7B-20FD19587B5E}" type="presParOf" srcId="{C2031599-C8FE-4214-B79A-ACBA96B25EBD}" destId="{E9DD5940-F798-4AB8-8D18-CE316D9B9820}" srcOrd="1" destOrd="0" presId="urn:microsoft.com/office/officeart/2008/layout/LinedList"/>
    <dgm:cxn modelId="{66ABFEAA-02AB-4D49-B7EF-235104401D5E}" type="presParOf" srcId="{E9DD5940-F798-4AB8-8D18-CE316D9B9820}" destId="{3A023A2B-20FF-477D-B9D7-BB22BED87680}" srcOrd="0" destOrd="0" presId="urn:microsoft.com/office/officeart/2008/layout/LinedList"/>
    <dgm:cxn modelId="{0F5F4619-BFAD-46B5-85CD-0F4EDED54858}" type="presParOf" srcId="{E9DD5940-F798-4AB8-8D18-CE316D9B9820}" destId="{E34CDBF8-8D90-4D03-88F0-EF593E0358C5}" srcOrd="1" destOrd="0" presId="urn:microsoft.com/office/officeart/2008/layout/LinedList"/>
    <dgm:cxn modelId="{8AD706A3-D9CB-4963-89CA-641E188842F0}" type="presParOf" srcId="{E9DD5940-F798-4AB8-8D18-CE316D9B9820}" destId="{9830CC3C-9E4F-4836-AEB9-5CDC7B12D3AD}" srcOrd="2" destOrd="0" presId="urn:microsoft.com/office/officeart/2008/layout/LinedList"/>
    <dgm:cxn modelId="{42DBF194-8B8D-491A-AA5F-017B3DF1975F}" type="presParOf" srcId="{C2031599-C8FE-4214-B79A-ACBA96B25EBD}" destId="{B2EC6819-5027-45EA-AB7F-B5B6A597C094}" srcOrd="2" destOrd="0" presId="urn:microsoft.com/office/officeart/2008/layout/LinedList"/>
    <dgm:cxn modelId="{283BA5F2-DF82-4093-AD22-0EFBAF4B41F8}" type="presParOf" srcId="{C2031599-C8FE-4214-B79A-ACBA96B25EBD}" destId="{39224D4D-46A8-40F7-A48E-DBB17E6CCFE6}" srcOrd="3" destOrd="0" presId="urn:microsoft.com/office/officeart/2008/layout/LinedList"/>
    <dgm:cxn modelId="{C31A2465-3818-4F45-83B1-FE9EF66D50D7}" type="presParOf" srcId="{50903A90-6D6B-453C-830B-07DC993DBB67}" destId="{B5BE64EC-E272-40F3-ABB6-EE3F7BB54B78}" srcOrd="4" destOrd="0" presId="urn:microsoft.com/office/officeart/2008/layout/LinedList"/>
    <dgm:cxn modelId="{C7B017C6-87E5-4263-8117-3744369465F4}" type="presParOf" srcId="{50903A90-6D6B-453C-830B-07DC993DBB67}" destId="{2841FD5E-68BC-48B7-9C41-283CB7D635CA}" srcOrd="5" destOrd="0" presId="urn:microsoft.com/office/officeart/2008/layout/LinedList"/>
    <dgm:cxn modelId="{DAE9172C-500E-437C-BD56-4D0BECDA00E0}" type="presParOf" srcId="{2841FD5E-68BC-48B7-9C41-283CB7D635CA}" destId="{04BC1D6D-A429-4062-9AF9-18686FA7F082}" srcOrd="0" destOrd="0" presId="urn:microsoft.com/office/officeart/2008/layout/LinedList"/>
    <dgm:cxn modelId="{EE00B557-593E-4203-A338-51EE16F31404}" type="presParOf" srcId="{2841FD5E-68BC-48B7-9C41-283CB7D635CA}" destId="{E04172F1-9BC3-4030-81AB-8A2F5504A8E2}" srcOrd="1" destOrd="0" presId="urn:microsoft.com/office/officeart/2008/layout/LinedList"/>
    <dgm:cxn modelId="{15D659A5-7887-42D4-8CD4-E5096D8E0A37}" type="presParOf" srcId="{E04172F1-9BC3-4030-81AB-8A2F5504A8E2}" destId="{14B94A9A-028E-4A6D-8BB2-4E0D02006965}" srcOrd="0" destOrd="0" presId="urn:microsoft.com/office/officeart/2008/layout/LinedList"/>
    <dgm:cxn modelId="{846769BB-F3F5-4950-9E4C-2B934B2C775E}" type="presParOf" srcId="{E04172F1-9BC3-4030-81AB-8A2F5504A8E2}" destId="{61DC4167-F026-43CA-9F71-8347A0A608FA}" srcOrd="1" destOrd="0" presId="urn:microsoft.com/office/officeart/2008/layout/LinedList"/>
    <dgm:cxn modelId="{8827CBB9-CEE1-4D4D-A7D3-CD3D9BF80A71}" type="presParOf" srcId="{61DC4167-F026-43CA-9F71-8347A0A608FA}" destId="{2CB0D1C0-B73F-4F48-9178-0FAB2AE269C9}" srcOrd="0" destOrd="0" presId="urn:microsoft.com/office/officeart/2008/layout/LinedList"/>
    <dgm:cxn modelId="{8C94B60F-154D-4AF6-B26C-88FB107BF502}" type="presParOf" srcId="{61DC4167-F026-43CA-9F71-8347A0A608FA}" destId="{1CB48F7F-CC37-4EB1-9045-518591E0FE45}" srcOrd="1" destOrd="0" presId="urn:microsoft.com/office/officeart/2008/layout/LinedList"/>
    <dgm:cxn modelId="{AC497D10-79D4-4E04-8400-6F33A54BEE82}" type="presParOf" srcId="{61DC4167-F026-43CA-9F71-8347A0A608FA}" destId="{42CA74D8-AA59-40B7-9CCD-CF2336814A89}" srcOrd="2" destOrd="0" presId="urn:microsoft.com/office/officeart/2008/layout/LinedList"/>
    <dgm:cxn modelId="{F768E3F8-AECE-440F-BE9B-8BC966E8A29D}" type="presParOf" srcId="{E04172F1-9BC3-4030-81AB-8A2F5504A8E2}" destId="{F39A43F0-DB36-4B2C-8CFB-4BED005251A2}" srcOrd="2" destOrd="0" presId="urn:microsoft.com/office/officeart/2008/layout/LinedList"/>
    <dgm:cxn modelId="{493F2D93-9107-4609-B8AB-27ABD3BD2BF3}" type="presParOf" srcId="{E04172F1-9BC3-4030-81AB-8A2F5504A8E2}" destId="{0712FC59-2213-4061-B50E-1B8B6B712377}" srcOrd="3" destOrd="0" presId="urn:microsoft.com/office/officeart/2008/layout/LinedList"/>
    <dgm:cxn modelId="{5BBC8A66-6379-4F68-8FBE-6F5195439DE6}" type="presParOf" srcId="{50903A90-6D6B-453C-830B-07DC993DBB67}" destId="{C86D837F-1383-4C9E-A25F-9A1DEB57BF66}" srcOrd="6" destOrd="0" presId="urn:microsoft.com/office/officeart/2008/layout/LinedList"/>
    <dgm:cxn modelId="{8AE295D0-34DB-466E-9286-88B2C74E3837}" type="presParOf" srcId="{50903A90-6D6B-453C-830B-07DC993DBB67}" destId="{3A9FAB5D-497D-4BBF-AE30-51AAB4AC5ABC}" srcOrd="7" destOrd="0" presId="urn:microsoft.com/office/officeart/2008/layout/LinedList"/>
    <dgm:cxn modelId="{C5E79ED0-D5F8-4C10-8727-011DD4967F26}" type="presParOf" srcId="{3A9FAB5D-497D-4BBF-AE30-51AAB4AC5ABC}" destId="{13DDE166-C75A-44DE-96B9-F1A565738D85}" srcOrd="0" destOrd="0" presId="urn:microsoft.com/office/officeart/2008/layout/LinedList"/>
    <dgm:cxn modelId="{F347FAA7-C241-4E03-890D-74EF88D032B3}" type="presParOf" srcId="{3A9FAB5D-497D-4BBF-AE30-51AAB4AC5ABC}" destId="{EEA997E8-0D72-4EEF-9356-3E371AC161C6}" srcOrd="1" destOrd="0" presId="urn:microsoft.com/office/officeart/2008/layout/LinedList"/>
    <dgm:cxn modelId="{C7DCFA58-6EA8-478C-B053-B84CA42CEC09}" type="presParOf" srcId="{EEA997E8-0D72-4EEF-9356-3E371AC161C6}" destId="{955A9E12-6E99-46C8-8BEA-819ED7040746}" srcOrd="0" destOrd="0" presId="urn:microsoft.com/office/officeart/2008/layout/LinedList"/>
    <dgm:cxn modelId="{BB554DAC-572F-48F9-A442-83914442EC23}" type="presParOf" srcId="{EEA997E8-0D72-4EEF-9356-3E371AC161C6}" destId="{167627DB-CFFA-4FCC-952E-7A878E60BDA4}" srcOrd="1" destOrd="0" presId="urn:microsoft.com/office/officeart/2008/layout/LinedList"/>
    <dgm:cxn modelId="{0C8A3C32-3F40-4A34-B684-D53F2921C73E}" type="presParOf" srcId="{167627DB-CFFA-4FCC-952E-7A878E60BDA4}" destId="{9AC3D5D3-175C-4C26-BDA1-E364B2D23BA3}" srcOrd="0" destOrd="0" presId="urn:microsoft.com/office/officeart/2008/layout/LinedList"/>
    <dgm:cxn modelId="{DD139867-589E-47B5-9B06-BA0397D13A34}" type="presParOf" srcId="{167627DB-CFFA-4FCC-952E-7A878E60BDA4}" destId="{E37595A3-6872-4656-B2EA-DD6D4BE8C4F6}" srcOrd="1" destOrd="0" presId="urn:microsoft.com/office/officeart/2008/layout/LinedList"/>
    <dgm:cxn modelId="{6F0AE118-04F2-43F3-B2D3-5D38B2E954CD}" type="presParOf" srcId="{167627DB-CFFA-4FCC-952E-7A878E60BDA4}" destId="{EC3745A0-6595-40B8-8D91-2A4188CD1620}" srcOrd="2" destOrd="0" presId="urn:microsoft.com/office/officeart/2008/layout/LinedList"/>
    <dgm:cxn modelId="{6C2BC0FC-46E7-4E4A-9B73-BA311D44677B}" type="presParOf" srcId="{EEA997E8-0D72-4EEF-9356-3E371AC161C6}" destId="{A4805668-B380-4D9E-88A0-DD145E1D19BD}" srcOrd="2" destOrd="0" presId="urn:microsoft.com/office/officeart/2008/layout/LinedList"/>
    <dgm:cxn modelId="{8AC99DDA-CBEC-4A58-B57B-DA8A08E08E07}" type="presParOf" srcId="{EEA997E8-0D72-4EEF-9356-3E371AC161C6}" destId="{64280884-438B-4AD6-804F-27D783E16699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17CB8FD-5D81-453A-8DD0-4EDF3118043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81DF0384-39C5-4733-A8F1-63E4CDAF8B25}">
      <dgm:prSet/>
      <dgm:spPr/>
      <dgm:t>
        <a:bodyPr/>
        <a:lstStyle/>
        <a:p>
          <a:r>
            <a:rPr lang="uk-UA" b="1" i="0" dirty="0"/>
            <a:t>Об'єкт дослідження</a:t>
          </a:r>
          <a:endParaRPr lang="uk-UA" dirty="0"/>
        </a:p>
      </dgm:t>
    </dgm:pt>
    <dgm:pt modelId="{D1856DC2-6D33-4C75-940B-C4CE13C8F371}" type="parTrans" cxnId="{3560C443-8447-4311-AF7E-6AEF1C87C785}">
      <dgm:prSet/>
      <dgm:spPr/>
      <dgm:t>
        <a:bodyPr/>
        <a:lstStyle/>
        <a:p>
          <a:endParaRPr lang="uk-UA"/>
        </a:p>
      </dgm:t>
    </dgm:pt>
    <dgm:pt modelId="{2BBA8CC6-1A05-4748-AA9B-A33DB6BAE21D}" type="sibTrans" cxnId="{3560C443-8447-4311-AF7E-6AEF1C87C785}">
      <dgm:prSet/>
      <dgm:spPr/>
      <dgm:t>
        <a:bodyPr/>
        <a:lstStyle/>
        <a:p>
          <a:endParaRPr lang="uk-UA"/>
        </a:p>
      </dgm:t>
    </dgm:pt>
    <dgm:pt modelId="{2419D452-19A5-4FC0-9B94-8295D9CEE950}">
      <dgm:prSet/>
      <dgm:spPr/>
      <dgm:t>
        <a:bodyPr/>
        <a:lstStyle/>
        <a:p>
          <a:r>
            <a:rPr lang="uk-UA" b="0" i="0" dirty="0"/>
            <a:t>Процес впровадження автоматизованих систем обслуговування клієнтів та управління транзакціями у готельній сфері.</a:t>
          </a:r>
          <a:endParaRPr lang="uk-UA" dirty="0"/>
        </a:p>
      </dgm:t>
    </dgm:pt>
    <dgm:pt modelId="{5B13E640-A09A-432A-8F54-274B976EB05C}" type="parTrans" cxnId="{29A92F60-F450-4767-84B1-FE70748D33BC}">
      <dgm:prSet/>
      <dgm:spPr/>
      <dgm:t>
        <a:bodyPr/>
        <a:lstStyle/>
        <a:p>
          <a:endParaRPr lang="uk-UA"/>
        </a:p>
      </dgm:t>
    </dgm:pt>
    <dgm:pt modelId="{91D60714-940A-46A4-B8FA-BB7A61D3FC2C}" type="sibTrans" cxnId="{29A92F60-F450-4767-84B1-FE70748D33BC}">
      <dgm:prSet/>
      <dgm:spPr/>
      <dgm:t>
        <a:bodyPr/>
        <a:lstStyle/>
        <a:p>
          <a:endParaRPr lang="uk-UA"/>
        </a:p>
      </dgm:t>
    </dgm:pt>
    <dgm:pt modelId="{52F1B392-92D8-457A-9A86-7CB022269FA5}">
      <dgm:prSet/>
      <dgm:spPr/>
      <dgm:t>
        <a:bodyPr/>
        <a:lstStyle/>
        <a:p>
          <a:r>
            <a:rPr lang="uk-UA" b="1" i="0" dirty="0"/>
            <a:t>Предмет дослідження</a:t>
          </a:r>
          <a:endParaRPr lang="uk-UA" dirty="0"/>
        </a:p>
      </dgm:t>
    </dgm:pt>
    <dgm:pt modelId="{42794F5C-5522-4803-9CD0-5262E4718CD6}" type="parTrans" cxnId="{FD6C0CC1-78A0-4F91-A576-FA4DD2DBF142}">
      <dgm:prSet/>
      <dgm:spPr/>
      <dgm:t>
        <a:bodyPr/>
        <a:lstStyle/>
        <a:p>
          <a:endParaRPr lang="uk-UA"/>
        </a:p>
      </dgm:t>
    </dgm:pt>
    <dgm:pt modelId="{26CC4076-E1AC-4A93-81EA-6B4FD3A85D3A}" type="sibTrans" cxnId="{FD6C0CC1-78A0-4F91-A576-FA4DD2DBF142}">
      <dgm:prSet/>
      <dgm:spPr/>
      <dgm:t>
        <a:bodyPr/>
        <a:lstStyle/>
        <a:p>
          <a:endParaRPr lang="uk-UA"/>
        </a:p>
      </dgm:t>
    </dgm:pt>
    <dgm:pt modelId="{C8C4E1A4-DCC9-4163-964C-902B1597A294}">
      <dgm:prSet/>
      <dgm:spPr/>
      <dgm:t>
        <a:bodyPr/>
        <a:lstStyle/>
        <a:p>
          <a:r>
            <a:rPr lang="uk-UA" b="0" i="0"/>
            <a:t>Алгоритми та архітектурні методи побудови ШІ-адміністраторів з використанням обробки природної мови та локальних </a:t>
          </a:r>
          <a:r>
            <a:rPr lang="en-US" b="0" i="0"/>
            <a:t>LLM.</a:t>
          </a:r>
          <a:endParaRPr lang="uk-UA"/>
        </a:p>
      </dgm:t>
    </dgm:pt>
    <dgm:pt modelId="{1C7D91DB-43F4-42FB-8C84-62596F7F286F}" type="parTrans" cxnId="{5D540649-2667-4B22-AD45-BD968C5C2B87}">
      <dgm:prSet/>
      <dgm:spPr/>
      <dgm:t>
        <a:bodyPr/>
        <a:lstStyle/>
        <a:p>
          <a:endParaRPr lang="uk-UA"/>
        </a:p>
      </dgm:t>
    </dgm:pt>
    <dgm:pt modelId="{6B64B704-85F7-42A3-8D6D-1CAA423F24AD}" type="sibTrans" cxnId="{5D540649-2667-4B22-AD45-BD968C5C2B87}">
      <dgm:prSet/>
      <dgm:spPr/>
      <dgm:t>
        <a:bodyPr/>
        <a:lstStyle/>
        <a:p>
          <a:endParaRPr lang="uk-UA"/>
        </a:p>
      </dgm:t>
    </dgm:pt>
    <dgm:pt modelId="{05F34C10-EEE5-4F6F-8237-6210085D64EE}">
      <dgm:prSet/>
      <dgm:spPr/>
      <dgm:t>
        <a:bodyPr/>
        <a:lstStyle/>
        <a:p>
          <a:r>
            <a:rPr lang="uk-UA" b="1" i="0" dirty="0"/>
            <a:t>Мета роботи</a:t>
          </a:r>
          <a:endParaRPr lang="uk-UA" dirty="0"/>
        </a:p>
      </dgm:t>
    </dgm:pt>
    <dgm:pt modelId="{7A370B1D-E93E-410E-83EB-2FC83AD4A6D4}" type="parTrans" cxnId="{91E022C3-8070-4301-91D9-DA7289B1A4D5}">
      <dgm:prSet/>
      <dgm:spPr/>
      <dgm:t>
        <a:bodyPr/>
        <a:lstStyle/>
        <a:p>
          <a:endParaRPr lang="uk-UA"/>
        </a:p>
      </dgm:t>
    </dgm:pt>
    <dgm:pt modelId="{497BB6BB-07F2-4347-982D-EFF78B33AD44}" type="sibTrans" cxnId="{91E022C3-8070-4301-91D9-DA7289B1A4D5}">
      <dgm:prSet/>
      <dgm:spPr/>
      <dgm:t>
        <a:bodyPr/>
        <a:lstStyle/>
        <a:p>
          <a:endParaRPr lang="uk-UA"/>
        </a:p>
      </dgm:t>
    </dgm:pt>
    <dgm:pt modelId="{AF92C0A7-5E45-4748-AC02-3D30D10802D3}">
      <dgm:prSet/>
      <dgm:spPr/>
      <dgm:t>
        <a:bodyPr/>
        <a:lstStyle/>
        <a:p>
          <a:r>
            <a:rPr lang="uk-UA" b="0" i="0"/>
            <a:t>Розроблення та експериментальна оцінка локальної архітектури ШІ-адміністратора на базі великих мовних моделей із підтримкою обробки природної мови.</a:t>
          </a:r>
          <a:endParaRPr lang="uk-UA"/>
        </a:p>
      </dgm:t>
    </dgm:pt>
    <dgm:pt modelId="{107B47D3-A39B-46D9-B9C0-EAC31FB25480}" type="parTrans" cxnId="{43C95530-8BA1-4BF5-8F2F-999F1077F29C}">
      <dgm:prSet/>
      <dgm:spPr/>
      <dgm:t>
        <a:bodyPr/>
        <a:lstStyle/>
        <a:p>
          <a:endParaRPr lang="uk-UA"/>
        </a:p>
      </dgm:t>
    </dgm:pt>
    <dgm:pt modelId="{720EE1DE-6D56-4AEB-A68D-A68418882FF3}" type="sibTrans" cxnId="{43C95530-8BA1-4BF5-8F2F-999F1077F29C}">
      <dgm:prSet/>
      <dgm:spPr/>
      <dgm:t>
        <a:bodyPr/>
        <a:lstStyle/>
        <a:p>
          <a:endParaRPr lang="uk-UA"/>
        </a:p>
      </dgm:t>
    </dgm:pt>
    <dgm:pt modelId="{815CABEC-3323-4459-BB99-0E9D830B3259}">
      <dgm:prSet/>
      <dgm:spPr/>
      <dgm:t>
        <a:bodyPr/>
        <a:lstStyle/>
        <a:p>
          <a:r>
            <a:rPr lang="uk-UA" b="1" i="0" dirty="0"/>
            <a:t>Методи дослідження</a:t>
          </a:r>
          <a:endParaRPr lang="uk-UA" dirty="0"/>
        </a:p>
      </dgm:t>
    </dgm:pt>
    <dgm:pt modelId="{B14ABEE8-E542-476B-BCD4-EA88EEB19226}" type="parTrans" cxnId="{341E708C-60A4-4BEB-A886-77A7C93EA012}">
      <dgm:prSet/>
      <dgm:spPr/>
      <dgm:t>
        <a:bodyPr/>
        <a:lstStyle/>
        <a:p>
          <a:endParaRPr lang="uk-UA"/>
        </a:p>
      </dgm:t>
    </dgm:pt>
    <dgm:pt modelId="{BED98A48-B562-4E3D-8D87-6E9DE22B17A6}" type="sibTrans" cxnId="{341E708C-60A4-4BEB-A886-77A7C93EA012}">
      <dgm:prSet/>
      <dgm:spPr/>
      <dgm:t>
        <a:bodyPr/>
        <a:lstStyle/>
        <a:p>
          <a:endParaRPr lang="uk-UA"/>
        </a:p>
      </dgm:t>
    </dgm:pt>
    <dgm:pt modelId="{4FC40849-91B2-4901-A10E-E3DFCFAD161E}">
      <dgm:prSet/>
      <dgm:spPr>
        <a:blipFill>
          <a:blip xmlns:r="http://schemas.openxmlformats.org/officeDocument/2006/relationships" r:embed="rId1"/>
          <a:stretch>
            <a:fillRect l="-738" t="-3306"/>
          </a:stretch>
        </a:blipFill>
      </dgm:spPr>
      <dgm:t>
        <a:bodyPr/>
        <a:lstStyle/>
        <a:p>
          <a:r>
            <a:rPr lang="uk-UA">
              <a:noFill/>
            </a:rPr>
            <a:t> </a:t>
          </a:r>
        </a:p>
      </dgm:t>
    </dgm:pt>
    <dgm:pt modelId="{E81C715F-ABE4-4914-A090-0D5D69F7EC11}" type="parTrans" cxnId="{57BF6379-B82A-4D92-A380-9A75114DE8EA}">
      <dgm:prSet/>
      <dgm:spPr/>
      <dgm:t>
        <a:bodyPr/>
        <a:lstStyle/>
        <a:p>
          <a:endParaRPr lang="uk-UA"/>
        </a:p>
      </dgm:t>
    </dgm:pt>
    <dgm:pt modelId="{1961B2F9-6A74-48B5-8CFC-6924355A388A}" type="sibTrans" cxnId="{57BF6379-B82A-4D92-A380-9A75114DE8EA}">
      <dgm:prSet/>
      <dgm:spPr/>
      <dgm:t>
        <a:bodyPr/>
        <a:lstStyle/>
        <a:p>
          <a:endParaRPr lang="uk-UA"/>
        </a:p>
      </dgm:t>
    </dgm:pt>
    <dgm:pt modelId="{50903A90-6D6B-453C-830B-07DC993DBB67}" type="pres">
      <dgm:prSet presAssocID="{417CB8FD-5D81-453A-8DD0-4EDF31180435}" presName="vert0" presStyleCnt="0">
        <dgm:presLayoutVars>
          <dgm:dir/>
          <dgm:animOne val="branch"/>
          <dgm:animLvl val="lvl"/>
        </dgm:presLayoutVars>
      </dgm:prSet>
      <dgm:spPr/>
    </dgm:pt>
    <dgm:pt modelId="{81983511-EAAA-4818-A6EA-764BC7C96322}" type="pres">
      <dgm:prSet presAssocID="{81DF0384-39C5-4733-A8F1-63E4CDAF8B25}" presName="thickLine" presStyleLbl="alignNode1" presStyleIdx="0" presStyleCnt="4"/>
      <dgm:spPr/>
    </dgm:pt>
    <dgm:pt modelId="{28E8C082-DDE1-4855-9587-E7191FBFDD20}" type="pres">
      <dgm:prSet presAssocID="{81DF0384-39C5-4733-A8F1-63E4CDAF8B25}" presName="horz1" presStyleCnt="0"/>
      <dgm:spPr/>
    </dgm:pt>
    <dgm:pt modelId="{CA941CE7-B52B-4AD8-A96D-3D9CC77733D4}" type="pres">
      <dgm:prSet presAssocID="{81DF0384-39C5-4733-A8F1-63E4CDAF8B25}" presName="tx1" presStyleLbl="revTx" presStyleIdx="0" presStyleCnt="8"/>
      <dgm:spPr/>
    </dgm:pt>
    <dgm:pt modelId="{1581C0DE-368C-42D9-8982-F07D83508B3E}" type="pres">
      <dgm:prSet presAssocID="{81DF0384-39C5-4733-A8F1-63E4CDAF8B25}" presName="vert1" presStyleCnt="0"/>
      <dgm:spPr/>
    </dgm:pt>
    <dgm:pt modelId="{0CF470CD-B644-47BE-B8AD-8AF52590C9D8}" type="pres">
      <dgm:prSet presAssocID="{2419D452-19A5-4FC0-9B94-8295D9CEE950}" presName="vertSpace2a" presStyleCnt="0"/>
      <dgm:spPr/>
    </dgm:pt>
    <dgm:pt modelId="{26132BD5-C949-41EF-8D87-0C6721D61757}" type="pres">
      <dgm:prSet presAssocID="{2419D452-19A5-4FC0-9B94-8295D9CEE950}" presName="horz2" presStyleCnt="0"/>
      <dgm:spPr/>
    </dgm:pt>
    <dgm:pt modelId="{F004D08B-734C-48A7-B7D6-81411F5B991B}" type="pres">
      <dgm:prSet presAssocID="{2419D452-19A5-4FC0-9B94-8295D9CEE950}" presName="horzSpace2" presStyleCnt="0"/>
      <dgm:spPr/>
    </dgm:pt>
    <dgm:pt modelId="{5643F077-1E48-4153-AA2D-D4C69CD1F202}" type="pres">
      <dgm:prSet presAssocID="{2419D452-19A5-4FC0-9B94-8295D9CEE950}" presName="tx2" presStyleLbl="revTx" presStyleIdx="1" presStyleCnt="8"/>
      <dgm:spPr/>
    </dgm:pt>
    <dgm:pt modelId="{AB981984-FDD1-460E-8B49-ACAA0BDE74A3}" type="pres">
      <dgm:prSet presAssocID="{2419D452-19A5-4FC0-9B94-8295D9CEE950}" presName="vert2" presStyleCnt="0"/>
      <dgm:spPr/>
    </dgm:pt>
    <dgm:pt modelId="{9D813B8C-002A-4A99-BEA9-F794F8DB59F2}" type="pres">
      <dgm:prSet presAssocID="{2419D452-19A5-4FC0-9B94-8295D9CEE950}" presName="thinLine2b" presStyleLbl="callout" presStyleIdx="0" presStyleCnt="4"/>
      <dgm:spPr/>
    </dgm:pt>
    <dgm:pt modelId="{63E6D11C-15BD-439F-8FA1-32A2C146F27B}" type="pres">
      <dgm:prSet presAssocID="{2419D452-19A5-4FC0-9B94-8295D9CEE950}" presName="vertSpace2b" presStyleCnt="0"/>
      <dgm:spPr/>
    </dgm:pt>
    <dgm:pt modelId="{A195F41C-A501-46EA-AD06-37ED5406EDB9}" type="pres">
      <dgm:prSet presAssocID="{52F1B392-92D8-457A-9A86-7CB022269FA5}" presName="thickLine" presStyleLbl="alignNode1" presStyleIdx="1" presStyleCnt="4"/>
      <dgm:spPr/>
    </dgm:pt>
    <dgm:pt modelId="{54383D01-56CA-4709-93D3-CFAC3FDF16AE}" type="pres">
      <dgm:prSet presAssocID="{52F1B392-92D8-457A-9A86-7CB022269FA5}" presName="horz1" presStyleCnt="0"/>
      <dgm:spPr/>
    </dgm:pt>
    <dgm:pt modelId="{74CB87ED-6E44-4363-A92D-B3F1E3EC9734}" type="pres">
      <dgm:prSet presAssocID="{52F1B392-92D8-457A-9A86-7CB022269FA5}" presName="tx1" presStyleLbl="revTx" presStyleIdx="2" presStyleCnt="8"/>
      <dgm:spPr/>
    </dgm:pt>
    <dgm:pt modelId="{C2031599-C8FE-4214-B79A-ACBA96B25EBD}" type="pres">
      <dgm:prSet presAssocID="{52F1B392-92D8-457A-9A86-7CB022269FA5}" presName="vert1" presStyleCnt="0"/>
      <dgm:spPr/>
    </dgm:pt>
    <dgm:pt modelId="{B591C3C5-130F-47A7-9BEF-BA741594B4F3}" type="pres">
      <dgm:prSet presAssocID="{C8C4E1A4-DCC9-4163-964C-902B1597A294}" presName="vertSpace2a" presStyleCnt="0"/>
      <dgm:spPr/>
    </dgm:pt>
    <dgm:pt modelId="{E9DD5940-F798-4AB8-8D18-CE316D9B9820}" type="pres">
      <dgm:prSet presAssocID="{C8C4E1A4-DCC9-4163-964C-902B1597A294}" presName="horz2" presStyleCnt="0"/>
      <dgm:spPr/>
    </dgm:pt>
    <dgm:pt modelId="{3A023A2B-20FF-477D-B9D7-BB22BED87680}" type="pres">
      <dgm:prSet presAssocID="{C8C4E1A4-DCC9-4163-964C-902B1597A294}" presName="horzSpace2" presStyleCnt="0"/>
      <dgm:spPr/>
    </dgm:pt>
    <dgm:pt modelId="{E34CDBF8-8D90-4D03-88F0-EF593E0358C5}" type="pres">
      <dgm:prSet presAssocID="{C8C4E1A4-DCC9-4163-964C-902B1597A294}" presName="tx2" presStyleLbl="revTx" presStyleIdx="3" presStyleCnt="8"/>
      <dgm:spPr/>
    </dgm:pt>
    <dgm:pt modelId="{9830CC3C-9E4F-4836-AEB9-5CDC7B12D3AD}" type="pres">
      <dgm:prSet presAssocID="{C8C4E1A4-DCC9-4163-964C-902B1597A294}" presName="vert2" presStyleCnt="0"/>
      <dgm:spPr/>
    </dgm:pt>
    <dgm:pt modelId="{B2EC6819-5027-45EA-AB7F-B5B6A597C094}" type="pres">
      <dgm:prSet presAssocID="{C8C4E1A4-DCC9-4163-964C-902B1597A294}" presName="thinLine2b" presStyleLbl="callout" presStyleIdx="1" presStyleCnt="4"/>
      <dgm:spPr/>
    </dgm:pt>
    <dgm:pt modelId="{39224D4D-46A8-40F7-A48E-DBB17E6CCFE6}" type="pres">
      <dgm:prSet presAssocID="{C8C4E1A4-DCC9-4163-964C-902B1597A294}" presName="vertSpace2b" presStyleCnt="0"/>
      <dgm:spPr/>
    </dgm:pt>
    <dgm:pt modelId="{B5BE64EC-E272-40F3-ABB6-EE3F7BB54B78}" type="pres">
      <dgm:prSet presAssocID="{05F34C10-EEE5-4F6F-8237-6210085D64EE}" presName="thickLine" presStyleLbl="alignNode1" presStyleIdx="2" presStyleCnt="4"/>
      <dgm:spPr/>
    </dgm:pt>
    <dgm:pt modelId="{2841FD5E-68BC-48B7-9C41-283CB7D635CA}" type="pres">
      <dgm:prSet presAssocID="{05F34C10-EEE5-4F6F-8237-6210085D64EE}" presName="horz1" presStyleCnt="0"/>
      <dgm:spPr/>
    </dgm:pt>
    <dgm:pt modelId="{04BC1D6D-A429-4062-9AF9-18686FA7F082}" type="pres">
      <dgm:prSet presAssocID="{05F34C10-EEE5-4F6F-8237-6210085D64EE}" presName="tx1" presStyleLbl="revTx" presStyleIdx="4" presStyleCnt="8"/>
      <dgm:spPr/>
    </dgm:pt>
    <dgm:pt modelId="{E04172F1-9BC3-4030-81AB-8A2F5504A8E2}" type="pres">
      <dgm:prSet presAssocID="{05F34C10-EEE5-4F6F-8237-6210085D64EE}" presName="vert1" presStyleCnt="0"/>
      <dgm:spPr/>
    </dgm:pt>
    <dgm:pt modelId="{14B94A9A-028E-4A6D-8BB2-4E0D02006965}" type="pres">
      <dgm:prSet presAssocID="{AF92C0A7-5E45-4748-AC02-3D30D10802D3}" presName="vertSpace2a" presStyleCnt="0"/>
      <dgm:spPr/>
    </dgm:pt>
    <dgm:pt modelId="{61DC4167-F026-43CA-9F71-8347A0A608FA}" type="pres">
      <dgm:prSet presAssocID="{AF92C0A7-5E45-4748-AC02-3D30D10802D3}" presName="horz2" presStyleCnt="0"/>
      <dgm:spPr/>
    </dgm:pt>
    <dgm:pt modelId="{2CB0D1C0-B73F-4F48-9178-0FAB2AE269C9}" type="pres">
      <dgm:prSet presAssocID="{AF92C0A7-5E45-4748-AC02-3D30D10802D3}" presName="horzSpace2" presStyleCnt="0"/>
      <dgm:spPr/>
    </dgm:pt>
    <dgm:pt modelId="{1CB48F7F-CC37-4EB1-9045-518591E0FE45}" type="pres">
      <dgm:prSet presAssocID="{AF92C0A7-5E45-4748-AC02-3D30D10802D3}" presName="tx2" presStyleLbl="revTx" presStyleIdx="5" presStyleCnt="8"/>
      <dgm:spPr/>
    </dgm:pt>
    <dgm:pt modelId="{42CA74D8-AA59-40B7-9CCD-CF2336814A89}" type="pres">
      <dgm:prSet presAssocID="{AF92C0A7-5E45-4748-AC02-3D30D10802D3}" presName="vert2" presStyleCnt="0"/>
      <dgm:spPr/>
    </dgm:pt>
    <dgm:pt modelId="{F39A43F0-DB36-4B2C-8CFB-4BED005251A2}" type="pres">
      <dgm:prSet presAssocID="{AF92C0A7-5E45-4748-AC02-3D30D10802D3}" presName="thinLine2b" presStyleLbl="callout" presStyleIdx="2" presStyleCnt="4"/>
      <dgm:spPr/>
    </dgm:pt>
    <dgm:pt modelId="{0712FC59-2213-4061-B50E-1B8B6B712377}" type="pres">
      <dgm:prSet presAssocID="{AF92C0A7-5E45-4748-AC02-3D30D10802D3}" presName="vertSpace2b" presStyleCnt="0"/>
      <dgm:spPr/>
    </dgm:pt>
    <dgm:pt modelId="{C86D837F-1383-4C9E-A25F-9A1DEB57BF66}" type="pres">
      <dgm:prSet presAssocID="{815CABEC-3323-4459-BB99-0E9D830B3259}" presName="thickLine" presStyleLbl="alignNode1" presStyleIdx="3" presStyleCnt="4"/>
      <dgm:spPr/>
    </dgm:pt>
    <dgm:pt modelId="{3A9FAB5D-497D-4BBF-AE30-51AAB4AC5ABC}" type="pres">
      <dgm:prSet presAssocID="{815CABEC-3323-4459-BB99-0E9D830B3259}" presName="horz1" presStyleCnt="0"/>
      <dgm:spPr/>
    </dgm:pt>
    <dgm:pt modelId="{13DDE166-C75A-44DE-96B9-F1A565738D85}" type="pres">
      <dgm:prSet presAssocID="{815CABEC-3323-4459-BB99-0E9D830B3259}" presName="tx1" presStyleLbl="revTx" presStyleIdx="6" presStyleCnt="8"/>
      <dgm:spPr/>
    </dgm:pt>
    <dgm:pt modelId="{EEA997E8-0D72-4EEF-9356-3E371AC161C6}" type="pres">
      <dgm:prSet presAssocID="{815CABEC-3323-4459-BB99-0E9D830B3259}" presName="vert1" presStyleCnt="0"/>
      <dgm:spPr/>
    </dgm:pt>
    <dgm:pt modelId="{955A9E12-6E99-46C8-8BEA-819ED7040746}" type="pres">
      <dgm:prSet presAssocID="{4FC40849-91B2-4901-A10E-E3DFCFAD161E}" presName="vertSpace2a" presStyleCnt="0"/>
      <dgm:spPr/>
    </dgm:pt>
    <dgm:pt modelId="{167627DB-CFFA-4FCC-952E-7A878E60BDA4}" type="pres">
      <dgm:prSet presAssocID="{4FC40849-91B2-4901-A10E-E3DFCFAD161E}" presName="horz2" presStyleCnt="0"/>
      <dgm:spPr/>
    </dgm:pt>
    <dgm:pt modelId="{9AC3D5D3-175C-4C26-BDA1-E364B2D23BA3}" type="pres">
      <dgm:prSet presAssocID="{4FC40849-91B2-4901-A10E-E3DFCFAD161E}" presName="horzSpace2" presStyleCnt="0"/>
      <dgm:spPr/>
    </dgm:pt>
    <dgm:pt modelId="{E37595A3-6872-4656-B2EA-DD6D4BE8C4F6}" type="pres">
      <dgm:prSet presAssocID="{4FC40849-91B2-4901-A10E-E3DFCFAD161E}" presName="tx2" presStyleLbl="revTx" presStyleIdx="7" presStyleCnt="8"/>
      <dgm:spPr/>
    </dgm:pt>
    <dgm:pt modelId="{EC3745A0-6595-40B8-8D91-2A4188CD1620}" type="pres">
      <dgm:prSet presAssocID="{4FC40849-91B2-4901-A10E-E3DFCFAD161E}" presName="vert2" presStyleCnt="0"/>
      <dgm:spPr/>
    </dgm:pt>
    <dgm:pt modelId="{A4805668-B380-4D9E-88A0-DD145E1D19BD}" type="pres">
      <dgm:prSet presAssocID="{4FC40849-91B2-4901-A10E-E3DFCFAD161E}" presName="thinLine2b" presStyleLbl="callout" presStyleIdx="3" presStyleCnt="4"/>
      <dgm:spPr/>
    </dgm:pt>
    <dgm:pt modelId="{64280884-438B-4AD6-804F-27D783E16699}" type="pres">
      <dgm:prSet presAssocID="{4FC40849-91B2-4901-A10E-E3DFCFAD161E}" presName="vertSpace2b" presStyleCnt="0"/>
      <dgm:spPr/>
    </dgm:pt>
  </dgm:ptLst>
  <dgm:cxnLst>
    <dgm:cxn modelId="{4CCE3317-B682-4938-B8D7-9CFD08A9F0CC}" type="presOf" srcId="{815CABEC-3323-4459-BB99-0E9D830B3259}" destId="{13DDE166-C75A-44DE-96B9-F1A565738D85}" srcOrd="0" destOrd="0" presId="urn:microsoft.com/office/officeart/2008/layout/LinedList"/>
    <dgm:cxn modelId="{43C95530-8BA1-4BF5-8F2F-999F1077F29C}" srcId="{05F34C10-EEE5-4F6F-8237-6210085D64EE}" destId="{AF92C0A7-5E45-4748-AC02-3D30D10802D3}" srcOrd="0" destOrd="0" parTransId="{107B47D3-A39B-46D9-B9C0-EAC31FB25480}" sibTransId="{720EE1DE-6D56-4AEB-A68D-A68418882FF3}"/>
    <dgm:cxn modelId="{D602555D-AEA0-4D60-A21C-8ABF7E60B7F6}" type="presOf" srcId="{81DF0384-39C5-4733-A8F1-63E4CDAF8B25}" destId="{CA941CE7-B52B-4AD8-A96D-3D9CC77733D4}" srcOrd="0" destOrd="0" presId="urn:microsoft.com/office/officeart/2008/layout/LinedList"/>
    <dgm:cxn modelId="{29A92F60-F450-4767-84B1-FE70748D33BC}" srcId="{81DF0384-39C5-4733-A8F1-63E4CDAF8B25}" destId="{2419D452-19A5-4FC0-9B94-8295D9CEE950}" srcOrd="0" destOrd="0" parTransId="{5B13E640-A09A-432A-8F54-274B976EB05C}" sibTransId="{91D60714-940A-46A4-B8FA-BB7A61D3FC2C}"/>
    <dgm:cxn modelId="{3560C443-8447-4311-AF7E-6AEF1C87C785}" srcId="{417CB8FD-5D81-453A-8DD0-4EDF31180435}" destId="{81DF0384-39C5-4733-A8F1-63E4CDAF8B25}" srcOrd="0" destOrd="0" parTransId="{D1856DC2-6D33-4C75-940B-C4CE13C8F371}" sibTransId="{2BBA8CC6-1A05-4748-AA9B-A33DB6BAE21D}"/>
    <dgm:cxn modelId="{5D540649-2667-4B22-AD45-BD968C5C2B87}" srcId="{52F1B392-92D8-457A-9A86-7CB022269FA5}" destId="{C8C4E1A4-DCC9-4163-964C-902B1597A294}" srcOrd="0" destOrd="0" parTransId="{1C7D91DB-43F4-42FB-8C84-62596F7F286F}" sibTransId="{6B64B704-85F7-42A3-8D6D-1CAA423F24AD}"/>
    <dgm:cxn modelId="{57BF6379-B82A-4D92-A380-9A75114DE8EA}" srcId="{815CABEC-3323-4459-BB99-0E9D830B3259}" destId="{4FC40849-91B2-4901-A10E-E3DFCFAD161E}" srcOrd="0" destOrd="0" parTransId="{E81C715F-ABE4-4914-A090-0D5D69F7EC11}" sibTransId="{1961B2F9-6A74-48B5-8CFC-6924355A388A}"/>
    <dgm:cxn modelId="{8FBE6579-EE45-48C8-BA44-32F2F5CB8CF8}" type="presOf" srcId="{C8C4E1A4-DCC9-4163-964C-902B1597A294}" destId="{E34CDBF8-8D90-4D03-88F0-EF593E0358C5}" srcOrd="0" destOrd="0" presId="urn:microsoft.com/office/officeart/2008/layout/LinedList"/>
    <dgm:cxn modelId="{6C75A359-3A74-4A5E-9037-C8467F19D1F1}" type="presOf" srcId="{AF92C0A7-5E45-4748-AC02-3D30D10802D3}" destId="{1CB48F7F-CC37-4EB1-9045-518591E0FE45}" srcOrd="0" destOrd="0" presId="urn:microsoft.com/office/officeart/2008/layout/LinedList"/>
    <dgm:cxn modelId="{1790BA7B-BF61-4850-83C0-9EBE23E32F92}" type="presOf" srcId="{52F1B392-92D8-457A-9A86-7CB022269FA5}" destId="{74CB87ED-6E44-4363-A92D-B3F1E3EC9734}" srcOrd="0" destOrd="0" presId="urn:microsoft.com/office/officeart/2008/layout/LinedList"/>
    <dgm:cxn modelId="{341E708C-60A4-4BEB-A886-77A7C93EA012}" srcId="{417CB8FD-5D81-453A-8DD0-4EDF31180435}" destId="{815CABEC-3323-4459-BB99-0E9D830B3259}" srcOrd="3" destOrd="0" parTransId="{B14ABEE8-E542-476B-BCD4-EA88EEB19226}" sibTransId="{BED98A48-B562-4E3D-8D87-6E9DE22B17A6}"/>
    <dgm:cxn modelId="{22CD988F-89F0-420D-B8AF-584970A23C46}" type="presOf" srcId="{05F34C10-EEE5-4F6F-8237-6210085D64EE}" destId="{04BC1D6D-A429-4062-9AF9-18686FA7F082}" srcOrd="0" destOrd="0" presId="urn:microsoft.com/office/officeart/2008/layout/LinedList"/>
    <dgm:cxn modelId="{CF9DDAB7-3907-4BC8-8385-68B72401D851}" type="presOf" srcId="{417CB8FD-5D81-453A-8DD0-4EDF31180435}" destId="{50903A90-6D6B-453C-830B-07DC993DBB67}" srcOrd="0" destOrd="0" presId="urn:microsoft.com/office/officeart/2008/layout/LinedList"/>
    <dgm:cxn modelId="{FD6C0CC1-78A0-4F91-A576-FA4DD2DBF142}" srcId="{417CB8FD-5D81-453A-8DD0-4EDF31180435}" destId="{52F1B392-92D8-457A-9A86-7CB022269FA5}" srcOrd="1" destOrd="0" parTransId="{42794F5C-5522-4803-9CD0-5262E4718CD6}" sibTransId="{26CC4076-E1AC-4A93-81EA-6B4FD3A85D3A}"/>
    <dgm:cxn modelId="{91E022C3-8070-4301-91D9-DA7289B1A4D5}" srcId="{417CB8FD-5D81-453A-8DD0-4EDF31180435}" destId="{05F34C10-EEE5-4F6F-8237-6210085D64EE}" srcOrd="2" destOrd="0" parTransId="{7A370B1D-E93E-410E-83EB-2FC83AD4A6D4}" sibTransId="{497BB6BB-07F2-4347-982D-EFF78B33AD44}"/>
    <dgm:cxn modelId="{A0AE72E0-C7FE-453D-8DDF-ABDA5B2817F7}" type="presOf" srcId="{4FC40849-91B2-4901-A10E-E3DFCFAD161E}" destId="{E37595A3-6872-4656-B2EA-DD6D4BE8C4F6}" srcOrd="0" destOrd="0" presId="urn:microsoft.com/office/officeart/2008/layout/LinedList"/>
    <dgm:cxn modelId="{FC9D92F1-5AD2-4081-8EA1-C760D2083903}" type="presOf" srcId="{2419D452-19A5-4FC0-9B94-8295D9CEE950}" destId="{5643F077-1E48-4153-AA2D-D4C69CD1F202}" srcOrd="0" destOrd="0" presId="urn:microsoft.com/office/officeart/2008/layout/LinedList"/>
    <dgm:cxn modelId="{71A50B08-615E-46CA-910E-9D7C808FD0A7}" type="presParOf" srcId="{50903A90-6D6B-453C-830B-07DC993DBB67}" destId="{81983511-EAAA-4818-A6EA-764BC7C96322}" srcOrd="0" destOrd="0" presId="urn:microsoft.com/office/officeart/2008/layout/LinedList"/>
    <dgm:cxn modelId="{355A3F0B-89E5-4AF5-9BA2-975108CBB2BF}" type="presParOf" srcId="{50903A90-6D6B-453C-830B-07DC993DBB67}" destId="{28E8C082-DDE1-4855-9587-E7191FBFDD20}" srcOrd="1" destOrd="0" presId="urn:microsoft.com/office/officeart/2008/layout/LinedList"/>
    <dgm:cxn modelId="{DAA0B396-B205-48C6-B7E0-F854C7B17DE7}" type="presParOf" srcId="{28E8C082-DDE1-4855-9587-E7191FBFDD20}" destId="{CA941CE7-B52B-4AD8-A96D-3D9CC77733D4}" srcOrd="0" destOrd="0" presId="urn:microsoft.com/office/officeart/2008/layout/LinedList"/>
    <dgm:cxn modelId="{3DFA7E6B-166D-4398-A47F-0F7494E97DF5}" type="presParOf" srcId="{28E8C082-DDE1-4855-9587-E7191FBFDD20}" destId="{1581C0DE-368C-42D9-8982-F07D83508B3E}" srcOrd="1" destOrd="0" presId="urn:microsoft.com/office/officeart/2008/layout/LinedList"/>
    <dgm:cxn modelId="{716C3D11-899A-4529-BB9A-308F7BB5D342}" type="presParOf" srcId="{1581C0DE-368C-42D9-8982-F07D83508B3E}" destId="{0CF470CD-B644-47BE-B8AD-8AF52590C9D8}" srcOrd="0" destOrd="0" presId="urn:microsoft.com/office/officeart/2008/layout/LinedList"/>
    <dgm:cxn modelId="{259F9211-530E-42BD-A3C0-1D1986A0930F}" type="presParOf" srcId="{1581C0DE-368C-42D9-8982-F07D83508B3E}" destId="{26132BD5-C949-41EF-8D87-0C6721D61757}" srcOrd="1" destOrd="0" presId="urn:microsoft.com/office/officeart/2008/layout/LinedList"/>
    <dgm:cxn modelId="{FD5C21B6-83F5-4DFF-8AE5-C61A7703F35C}" type="presParOf" srcId="{26132BD5-C949-41EF-8D87-0C6721D61757}" destId="{F004D08B-734C-48A7-B7D6-81411F5B991B}" srcOrd="0" destOrd="0" presId="urn:microsoft.com/office/officeart/2008/layout/LinedList"/>
    <dgm:cxn modelId="{2BC90F96-DA48-40A4-9351-167D66727C94}" type="presParOf" srcId="{26132BD5-C949-41EF-8D87-0C6721D61757}" destId="{5643F077-1E48-4153-AA2D-D4C69CD1F202}" srcOrd="1" destOrd="0" presId="urn:microsoft.com/office/officeart/2008/layout/LinedList"/>
    <dgm:cxn modelId="{06064A8A-02D3-43F5-A1AD-E25F71EAA555}" type="presParOf" srcId="{26132BD5-C949-41EF-8D87-0C6721D61757}" destId="{AB981984-FDD1-460E-8B49-ACAA0BDE74A3}" srcOrd="2" destOrd="0" presId="urn:microsoft.com/office/officeart/2008/layout/LinedList"/>
    <dgm:cxn modelId="{630C4943-89B4-401C-BC22-C47121613D1F}" type="presParOf" srcId="{1581C0DE-368C-42D9-8982-F07D83508B3E}" destId="{9D813B8C-002A-4A99-BEA9-F794F8DB59F2}" srcOrd="2" destOrd="0" presId="urn:microsoft.com/office/officeart/2008/layout/LinedList"/>
    <dgm:cxn modelId="{A25B63C6-E069-43AF-BC08-5E7074641AD0}" type="presParOf" srcId="{1581C0DE-368C-42D9-8982-F07D83508B3E}" destId="{63E6D11C-15BD-439F-8FA1-32A2C146F27B}" srcOrd="3" destOrd="0" presId="urn:microsoft.com/office/officeart/2008/layout/LinedList"/>
    <dgm:cxn modelId="{F9B5FF60-7BCF-4D71-8713-0258E1D91223}" type="presParOf" srcId="{50903A90-6D6B-453C-830B-07DC993DBB67}" destId="{A195F41C-A501-46EA-AD06-37ED5406EDB9}" srcOrd="2" destOrd="0" presId="urn:microsoft.com/office/officeart/2008/layout/LinedList"/>
    <dgm:cxn modelId="{F77C2CAC-19DA-4B7D-8E56-C112F46A96C0}" type="presParOf" srcId="{50903A90-6D6B-453C-830B-07DC993DBB67}" destId="{54383D01-56CA-4709-93D3-CFAC3FDF16AE}" srcOrd="3" destOrd="0" presId="urn:microsoft.com/office/officeart/2008/layout/LinedList"/>
    <dgm:cxn modelId="{8ECF8106-5B13-4EB3-A584-0C48A7EA2E4B}" type="presParOf" srcId="{54383D01-56CA-4709-93D3-CFAC3FDF16AE}" destId="{74CB87ED-6E44-4363-A92D-B3F1E3EC9734}" srcOrd="0" destOrd="0" presId="urn:microsoft.com/office/officeart/2008/layout/LinedList"/>
    <dgm:cxn modelId="{8C5CCD90-9318-412F-AD1B-6D7A510BE7CA}" type="presParOf" srcId="{54383D01-56CA-4709-93D3-CFAC3FDF16AE}" destId="{C2031599-C8FE-4214-B79A-ACBA96B25EBD}" srcOrd="1" destOrd="0" presId="urn:microsoft.com/office/officeart/2008/layout/LinedList"/>
    <dgm:cxn modelId="{21AA8589-AE5F-475D-B29C-FB16AAFDCCC3}" type="presParOf" srcId="{C2031599-C8FE-4214-B79A-ACBA96B25EBD}" destId="{B591C3C5-130F-47A7-9BEF-BA741594B4F3}" srcOrd="0" destOrd="0" presId="urn:microsoft.com/office/officeart/2008/layout/LinedList"/>
    <dgm:cxn modelId="{30382FBA-F398-4483-AD7B-20FD19587B5E}" type="presParOf" srcId="{C2031599-C8FE-4214-B79A-ACBA96B25EBD}" destId="{E9DD5940-F798-4AB8-8D18-CE316D9B9820}" srcOrd="1" destOrd="0" presId="urn:microsoft.com/office/officeart/2008/layout/LinedList"/>
    <dgm:cxn modelId="{66ABFEAA-02AB-4D49-B7EF-235104401D5E}" type="presParOf" srcId="{E9DD5940-F798-4AB8-8D18-CE316D9B9820}" destId="{3A023A2B-20FF-477D-B9D7-BB22BED87680}" srcOrd="0" destOrd="0" presId="urn:microsoft.com/office/officeart/2008/layout/LinedList"/>
    <dgm:cxn modelId="{0F5F4619-BFAD-46B5-85CD-0F4EDED54858}" type="presParOf" srcId="{E9DD5940-F798-4AB8-8D18-CE316D9B9820}" destId="{E34CDBF8-8D90-4D03-88F0-EF593E0358C5}" srcOrd="1" destOrd="0" presId="urn:microsoft.com/office/officeart/2008/layout/LinedList"/>
    <dgm:cxn modelId="{8AD706A3-D9CB-4963-89CA-641E188842F0}" type="presParOf" srcId="{E9DD5940-F798-4AB8-8D18-CE316D9B9820}" destId="{9830CC3C-9E4F-4836-AEB9-5CDC7B12D3AD}" srcOrd="2" destOrd="0" presId="urn:microsoft.com/office/officeart/2008/layout/LinedList"/>
    <dgm:cxn modelId="{42DBF194-8B8D-491A-AA5F-017B3DF1975F}" type="presParOf" srcId="{C2031599-C8FE-4214-B79A-ACBA96B25EBD}" destId="{B2EC6819-5027-45EA-AB7F-B5B6A597C094}" srcOrd="2" destOrd="0" presId="urn:microsoft.com/office/officeart/2008/layout/LinedList"/>
    <dgm:cxn modelId="{283BA5F2-DF82-4093-AD22-0EFBAF4B41F8}" type="presParOf" srcId="{C2031599-C8FE-4214-B79A-ACBA96B25EBD}" destId="{39224D4D-46A8-40F7-A48E-DBB17E6CCFE6}" srcOrd="3" destOrd="0" presId="urn:microsoft.com/office/officeart/2008/layout/LinedList"/>
    <dgm:cxn modelId="{C31A2465-3818-4F45-83B1-FE9EF66D50D7}" type="presParOf" srcId="{50903A90-6D6B-453C-830B-07DC993DBB67}" destId="{B5BE64EC-E272-40F3-ABB6-EE3F7BB54B78}" srcOrd="4" destOrd="0" presId="urn:microsoft.com/office/officeart/2008/layout/LinedList"/>
    <dgm:cxn modelId="{C7B017C6-87E5-4263-8117-3744369465F4}" type="presParOf" srcId="{50903A90-6D6B-453C-830B-07DC993DBB67}" destId="{2841FD5E-68BC-48B7-9C41-283CB7D635CA}" srcOrd="5" destOrd="0" presId="urn:microsoft.com/office/officeart/2008/layout/LinedList"/>
    <dgm:cxn modelId="{DAE9172C-500E-437C-BD56-4D0BECDA00E0}" type="presParOf" srcId="{2841FD5E-68BC-48B7-9C41-283CB7D635CA}" destId="{04BC1D6D-A429-4062-9AF9-18686FA7F082}" srcOrd="0" destOrd="0" presId="urn:microsoft.com/office/officeart/2008/layout/LinedList"/>
    <dgm:cxn modelId="{EE00B557-593E-4203-A338-51EE16F31404}" type="presParOf" srcId="{2841FD5E-68BC-48B7-9C41-283CB7D635CA}" destId="{E04172F1-9BC3-4030-81AB-8A2F5504A8E2}" srcOrd="1" destOrd="0" presId="urn:microsoft.com/office/officeart/2008/layout/LinedList"/>
    <dgm:cxn modelId="{15D659A5-7887-42D4-8CD4-E5096D8E0A37}" type="presParOf" srcId="{E04172F1-9BC3-4030-81AB-8A2F5504A8E2}" destId="{14B94A9A-028E-4A6D-8BB2-4E0D02006965}" srcOrd="0" destOrd="0" presId="urn:microsoft.com/office/officeart/2008/layout/LinedList"/>
    <dgm:cxn modelId="{846769BB-F3F5-4950-9E4C-2B934B2C775E}" type="presParOf" srcId="{E04172F1-9BC3-4030-81AB-8A2F5504A8E2}" destId="{61DC4167-F026-43CA-9F71-8347A0A608FA}" srcOrd="1" destOrd="0" presId="urn:microsoft.com/office/officeart/2008/layout/LinedList"/>
    <dgm:cxn modelId="{8827CBB9-CEE1-4D4D-A7D3-CD3D9BF80A71}" type="presParOf" srcId="{61DC4167-F026-43CA-9F71-8347A0A608FA}" destId="{2CB0D1C0-B73F-4F48-9178-0FAB2AE269C9}" srcOrd="0" destOrd="0" presId="urn:microsoft.com/office/officeart/2008/layout/LinedList"/>
    <dgm:cxn modelId="{8C94B60F-154D-4AF6-B26C-88FB107BF502}" type="presParOf" srcId="{61DC4167-F026-43CA-9F71-8347A0A608FA}" destId="{1CB48F7F-CC37-4EB1-9045-518591E0FE45}" srcOrd="1" destOrd="0" presId="urn:microsoft.com/office/officeart/2008/layout/LinedList"/>
    <dgm:cxn modelId="{AC497D10-79D4-4E04-8400-6F33A54BEE82}" type="presParOf" srcId="{61DC4167-F026-43CA-9F71-8347A0A608FA}" destId="{42CA74D8-AA59-40B7-9CCD-CF2336814A89}" srcOrd="2" destOrd="0" presId="urn:microsoft.com/office/officeart/2008/layout/LinedList"/>
    <dgm:cxn modelId="{F768E3F8-AECE-440F-BE9B-8BC966E8A29D}" type="presParOf" srcId="{E04172F1-9BC3-4030-81AB-8A2F5504A8E2}" destId="{F39A43F0-DB36-4B2C-8CFB-4BED005251A2}" srcOrd="2" destOrd="0" presId="urn:microsoft.com/office/officeart/2008/layout/LinedList"/>
    <dgm:cxn modelId="{493F2D93-9107-4609-B8AB-27ABD3BD2BF3}" type="presParOf" srcId="{E04172F1-9BC3-4030-81AB-8A2F5504A8E2}" destId="{0712FC59-2213-4061-B50E-1B8B6B712377}" srcOrd="3" destOrd="0" presId="urn:microsoft.com/office/officeart/2008/layout/LinedList"/>
    <dgm:cxn modelId="{5BBC8A66-6379-4F68-8FBE-6F5195439DE6}" type="presParOf" srcId="{50903A90-6D6B-453C-830B-07DC993DBB67}" destId="{C86D837F-1383-4C9E-A25F-9A1DEB57BF66}" srcOrd="6" destOrd="0" presId="urn:microsoft.com/office/officeart/2008/layout/LinedList"/>
    <dgm:cxn modelId="{8AE295D0-34DB-466E-9286-88B2C74E3837}" type="presParOf" srcId="{50903A90-6D6B-453C-830B-07DC993DBB67}" destId="{3A9FAB5D-497D-4BBF-AE30-51AAB4AC5ABC}" srcOrd="7" destOrd="0" presId="urn:microsoft.com/office/officeart/2008/layout/LinedList"/>
    <dgm:cxn modelId="{C5E79ED0-D5F8-4C10-8727-011DD4967F26}" type="presParOf" srcId="{3A9FAB5D-497D-4BBF-AE30-51AAB4AC5ABC}" destId="{13DDE166-C75A-44DE-96B9-F1A565738D85}" srcOrd="0" destOrd="0" presId="urn:microsoft.com/office/officeart/2008/layout/LinedList"/>
    <dgm:cxn modelId="{F347FAA7-C241-4E03-890D-74EF88D032B3}" type="presParOf" srcId="{3A9FAB5D-497D-4BBF-AE30-51AAB4AC5ABC}" destId="{EEA997E8-0D72-4EEF-9356-3E371AC161C6}" srcOrd="1" destOrd="0" presId="urn:microsoft.com/office/officeart/2008/layout/LinedList"/>
    <dgm:cxn modelId="{C7DCFA58-6EA8-478C-B053-B84CA42CEC09}" type="presParOf" srcId="{EEA997E8-0D72-4EEF-9356-3E371AC161C6}" destId="{955A9E12-6E99-46C8-8BEA-819ED7040746}" srcOrd="0" destOrd="0" presId="urn:microsoft.com/office/officeart/2008/layout/LinedList"/>
    <dgm:cxn modelId="{BB554DAC-572F-48F9-A442-83914442EC23}" type="presParOf" srcId="{EEA997E8-0D72-4EEF-9356-3E371AC161C6}" destId="{167627DB-CFFA-4FCC-952E-7A878E60BDA4}" srcOrd="1" destOrd="0" presId="urn:microsoft.com/office/officeart/2008/layout/LinedList"/>
    <dgm:cxn modelId="{0C8A3C32-3F40-4A34-B684-D53F2921C73E}" type="presParOf" srcId="{167627DB-CFFA-4FCC-952E-7A878E60BDA4}" destId="{9AC3D5D3-175C-4C26-BDA1-E364B2D23BA3}" srcOrd="0" destOrd="0" presId="urn:microsoft.com/office/officeart/2008/layout/LinedList"/>
    <dgm:cxn modelId="{DD139867-589E-47B5-9B06-BA0397D13A34}" type="presParOf" srcId="{167627DB-CFFA-4FCC-952E-7A878E60BDA4}" destId="{E37595A3-6872-4656-B2EA-DD6D4BE8C4F6}" srcOrd="1" destOrd="0" presId="urn:microsoft.com/office/officeart/2008/layout/LinedList"/>
    <dgm:cxn modelId="{6F0AE118-04F2-43F3-B2D3-5D38B2E954CD}" type="presParOf" srcId="{167627DB-CFFA-4FCC-952E-7A878E60BDA4}" destId="{EC3745A0-6595-40B8-8D91-2A4188CD1620}" srcOrd="2" destOrd="0" presId="urn:microsoft.com/office/officeart/2008/layout/LinedList"/>
    <dgm:cxn modelId="{6C2BC0FC-46E7-4E4A-9B73-BA311D44677B}" type="presParOf" srcId="{EEA997E8-0D72-4EEF-9356-3E371AC161C6}" destId="{A4805668-B380-4D9E-88A0-DD145E1D19BD}" srcOrd="2" destOrd="0" presId="urn:microsoft.com/office/officeart/2008/layout/LinedList"/>
    <dgm:cxn modelId="{8AC99DDA-CBEC-4A58-B57B-DA8A08E08E07}" type="presParOf" srcId="{EEA997E8-0D72-4EEF-9356-3E371AC161C6}" destId="{64280884-438B-4AD6-804F-27D783E16699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CADDC3B-A615-40C5-9315-09919857526C}" type="doc">
      <dgm:prSet loTypeId="urn:microsoft.com/office/officeart/2005/8/layout/list1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0CBD6AD8-B40F-425A-97AD-B22B1F72AFA4}">
      <dgm:prSet/>
      <dgm:spPr/>
      <dgm:t>
        <a:bodyPr/>
        <a:lstStyle/>
        <a:p>
          <a:r>
            <a:rPr lang="uk-UA" dirty="0"/>
            <a:t>Безпека персональних даних.</a:t>
          </a:r>
        </a:p>
      </dgm:t>
    </dgm:pt>
    <dgm:pt modelId="{A8A98733-901C-4A8B-A942-CC1231B4AFB7}" type="parTrans" cxnId="{FD51BFF6-8C36-406C-935C-C770B1FF6051}">
      <dgm:prSet/>
      <dgm:spPr/>
      <dgm:t>
        <a:bodyPr/>
        <a:lstStyle/>
        <a:p>
          <a:endParaRPr lang="uk-UA"/>
        </a:p>
      </dgm:t>
    </dgm:pt>
    <dgm:pt modelId="{12E90B91-32AB-4C43-8540-C6AE7734F30E}" type="sibTrans" cxnId="{FD51BFF6-8C36-406C-935C-C770B1FF6051}">
      <dgm:prSet/>
      <dgm:spPr/>
      <dgm:t>
        <a:bodyPr/>
        <a:lstStyle/>
        <a:p>
          <a:endParaRPr lang="uk-UA"/>
        </a:p>
      </dgm:t>
    </dgm:pt>
    <dgm:pt modelId="{75456ED9-EC14-470E-AA21-33C4D55AA0CA}">
      <dgm:prSet/>
      <dgm:spPr/>
      <dgm:t>
        <a:bodyPr/>
        <a:lstStyle/>
        <a:p>
          <a:r>
            <a:rPr lang="uk-UA" dirty="0"/>
            <a:t>Галюцинації мовних моделей.</a:t>
          </a:r>
        </a:p>
      </dgm:t>
    </dgm:pt>
    <dgm:pt modelId="{FC2CE905-27E3-4484-BABC-0A603D51C6B4}" type="parTrans" cxnId="{40DE0F4C-E9ED-473C-930E-04AAB12F7EF2}">
      <dgm:prSet/>
      <dgm:spPr/>
      <dgm:t>
        <a:bodyPr/>
        <a:lstStyle/>
        <a:p>
          <a:endParaRPr lang="uk-UA"/>
        </a:p>
      </dgm:t>
    </dgm:pt>
    <dgm:pt modelId="{E394E1FC-17D6-4C22-AEB0-AB998E11ADB1}" type="sibTrans" cxnId="{40DE0F4C-E9ED-473C-930E-04AAB12F7EF2}">
      <dgm:prSet/>
      <dgm:spPr/>
      <dgm:t>
        <a:bodyPr/>
        <a:lstStyle/>
        <a:p>
          <a:endParaRPr lang="uk-UA"/>
        </a:p>
      </dgm:t>
    </dgm:pt>
    <dgm:pt modelId="{CC5750D7-5A11-428D-88C8-BA99A921EB9E}">
      <dgm:prSet/>
      <dgm:spPr/>
      <dgm:t>
        <a:bodyPr/>
        <a:lstStyle/>
        <a:p>
          <a:r>
            <a:rPr lang="uk-UA" dirty="0"/>
            <a:t>Інтеграція з </a:t>
          </a:r>
          <a:r>
            <a:rPr lang="en-US" dirty="0"/>
            <a:t>PMS/CRM.</a:t>
          </a:r>
          <a:endParaRPr lang="uk-UA" dirty="0"/>
        </a:p>
      </dgm:t>
    </dgm:pt>
    <dgm:pt modelId="{F07B8CEB-FD46-4E16-B9DA-9AE5B81045F5}" type="parTrans" cxnId="{0F189228-CA34-401C-A36C-535C0D1C31A5}">
      <dgm:prSet/>
      <dgm:spPr/>
      <dgm:t>
        <a:bodyPr/>
        <a:lstStyle/>
        <a:p>
          <a:endParaRPr lang="uk-UA"/>
        </a:p>
      </dgm:t>
    </dgm:pt>
    <dgm:pt modelId="{9D4DE539-6D37-4795-B72A-55D51412A607}" type="sibTrans" cxnId="{0F189228-CA34-401C-A36C-535C0D1C31A5}">
      <dgm:prSet/>
      <dgm:spPr/>
      <dgm:t>
        <a:bodyPr/>
        <a:lstStyle/>
        <a:p>
          <a:endParaRPr lang="uk-UA"/>
        </a:p>
      </dgm:t>
    </dgm:pt>
    <dgm:pt modelId="{412B71DD-E06D-4F4D-9971-14698FBE9270}">
      <dgm:prSet/>
      <dgm:spPr/>
      <dgm:t>
        <a:bodyPr/>
        <a:lstStyle/>
        <a:p>
          <a:r>
            <a:rPr lang="ru-RU" dirty="0"/>
            <a:t>Високі вимоги до обчислювальних ресурсів. </a:t>
          </a:r>
          <a:endParaRPr lang="uk-UA" dirty="0"/>
        </a:p>
      </dgm:t>
    </dgm:pt>
    <dgm:pt modelId="{36933E77-D5C6-40B9-B1FF-2059E36DD54E}" type="parTrans" cxnId="{E1C68790-9E63-452E-AF17-8DEDD842AA3E}">
      <dgm:prSet/>
      <dgm:spPr/>
      <dgm:t>
        <a:bodyPr/>
        <a:lstStyle/>
        <a:p>
          <a:endParaRPr lang="uk-UA"/>
        </a:p>
      </dgm:t>
    </dgm:pt>
    <dgm:pt modelId="{BEFBBCD8-B7A1-49D2-ADFD-4B5781DD6EBA}" type="sibTrans" cxnId="{E1C68790-9E63-452E-AF17-8DEDD842AA3E}">
      <dgm:prSet/>
      <dgm:spPr/>
      <dgm:t>
        <a:bodyPr/>
        <a:lstStyle/>
        <a:p>
          <a:endParaRPr lang="uk-UA"/>
        </a:p>
      </dgm:t>
    </dgm:pt>
    <dgm:pt modelId="{84F30157-9791-4AE2-BC4C-1677937212B2}" type="pres">
      <dgm:prSet presAssocID="{6CADDC3B-A615-40C5-9315-09919857526C}" presName="linear" presStyleCnt="0">
        <dgm:presLayoutVars>
          <dgm:dir/>
          <dgm:animLvl val="lvl"/>
          <dgm:resizeHandles val="exact"/>
        </dgm:presLayoutVars>
      </dgm:prSet>
      <dgm:spPr/>
    </dgm:pt>
    <dgm:pt modelId="{42A20BE5-D8D9-4866-A679-F8B974269D81}" type="pres">
      <dgm:prSet presAssocID="{0CBD6AD8-B40F-425A-97AD-B22B1F72AFA4}" presName="parentLin" presStyleCnt="0"/>
      <dgm:spPr/>
    </dgm:pt>
    <dgm:pt modelId="{74A4EBE5-EED1-4029-92DA-0AA7B9EABC77}" type="pres">
      <dgm:prSet presAssocID="{0CBD6AD8-B40F-425A-97AD-B22B1F72AFA4}" presName="parentLeftMargin" presStyleLbl="node1" presStyleIdx="0" presStyleCnt="4"/>
      <dgm:spPr/>
    </dgm:pt>
    <dgm:pt modelId="{3DE5E6A9-86BC-405A-9E06-F01A3A9B532D}" type="pres">
      <dgm:prSet presAssocID="{0CBD6AD8-B40F-425A-97AD-B22B1F72AFA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0DBCB69-E416-4C6F-B2D3-A7BDCDCAAE63}" type="pres">
      <dgm:prSet presAssocID="{0CBD6AD8-B40F-425A-97AD-B22B1F72AFA4}" presName="negativeSpace" presStyleCnt="0"/>
      <dgm:spPr/>
    </dgm:pt>
    <dgm:pt modelId="{7E6AF4C8-F3F6-4A37-A5DE-DEAC30703ED0}" type="pres">
      <dgm:prSet presAssocID="{0CBD6AD8-B40F-425A-97AD-B22B1F72AFA4}" presName="childText" presStyleLbl="conFgAcc1" presStyleIdx="0" presStyleCnt="4">
        <dgm:presLayoutVars>
          <dgm:bulletEnabled val="1"/>
        </dgm:presLayoutVars>
      </dgm:prSet>
      <dgm:spPr/>
    </dgm:pt>
    <dgm:pt modelId="{41F11331-B9A9-4FCE-8117-5B52A91B9677}" type="pres">
      <dgm:prSet presAssocID="{12E90B91-32AB-4C43-8540-C6AE7734F30E}" presName="spaceBetweenRectangles" presStyleCnt="0"/>
      <dgm:spPr/>
    </dgm:pt>
    <dgm:pt modelId="{4CA65E72-7999-46F3-B6A8-BC633A70F13D}" type="pres">
      <dgm:prSet presAssocID="{75456ED9-EC14-470E-AA21-33C4D55AA0CA}" presName="parentLin" presStyleCnt="0"/>
      <dgm:spPr/>
    </dgm:pt>
    <dgm:pt modelId="{2C2CA75C-107F-4C03-B76B-CB8177AEB6EA}" type="pres">
      <dgm:prSet presAssocID="{75456ED9-EC14-470E-AA21-33C4D55AA0CA}" presName="parentLeftMargin" presStyleLbl="node1" presStyleIdx="0" presStyleCnt="4"/>
      <dgm:spPr/>
    </dgm:pt>
    <dgm:pt modelId="{15B353DF-9A5A-4D95-8644-B2A7D1DB26EC}" type="pres">
      <dgm:prSet presAssocID="{75456ED9-EC14-470E-AA21-33C4D55AA0C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8BC6A1E-2D3F-416B-AFC4-D4C0CA548415}" type="pres">
      <dgm:prSet presAssocID="{75456ED9-EC14-470E-AA21-33C4D55AA0CA}" presName="negativeSpace" presStyleCnt="0"/>
      <dgm:spPr/>
    </dgm:pt>
    <dgm:pt modelId="{A9ACA8F6-93FD-4C3C-8F96-2F39547CC114}" type="pres">
      <dgm:prSet presAssocID="{75456ED9-EC14-470E-AA21-33C4D55AA0CA}" presName="childText" presStyleLbl="conFgAcc1" presStyleIdx="1" presStyleCnt="4">
        <dgm:presLayoutVars>
          <dgm:bulletEnabled val="1"/>
        </dgm:presLayoutVars>
      </dgm:prSet>
      <dgm:spPr/>
    </dgm:pt>
    <dgm:pt modelId="{B70CFBA4-5592-4CCC-AA2F-B494CB124009}" type="pres">
      <dgm:prSet presAssocID="{E394E1FC-17D6-4C22-AEB0-AB998E11ADB1}" presName="spaceBetweenRectangles" presStyleCnt="0"/>
      <dgm:spPr/>
    </dgm:pt>
    <dgm:pt modelId="{05D5D78D-2D8E-4872-8D7F-017097281336}" type="pres">
      <dgm:prSet presAssocID="{CC5750D7-5A11-428D-88C8-BA99A921EB9E}" presName="parentLin" presStyleCnt="0"/>
      <dgm:spPr/>
    </dgm:pt>
    <dgm:pt modelId="{7368C7E4-0D7F-4048-861E-731B0A64D541}" type="pres">
      <dgm:prSet presAssocID="{CC5750D7-5A11-428D-88C8-BA99A921EB9E}" presName="parentLeftMargin" presStyleLbl="node1" presStyleIdx="1" presStyleCnt="4"/>
      <dgm:spPr/>
    </dgm:pt>
    <dgm:pt modelId="{0453CBE8-C07B-4127-AD52-9C51737F3474}" type="pres">
      <dgm:prSet presAssocID="{CC5750D7-5A11-428D-88C8-BA99A921EB9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AC7BE86-CA48-45E0-932D-B5E8B0A26FB8}" type="pres">
      <dgm:prSet presAssocID="{CC5750D7-5A11-428D-88C8-BA99A921EB9E}" presName="negativeSpace" presStyleCnt="0"/>
      <dgm:spPr/>
    </dgm:pt>
    <dgm:pt modelId="{59335815-A042-4A14-A3A7-7000795481EB}" type="pres">
      <dgm:prSet presAssocID="{CC5750D7-5A11-428D-88C8-BA99A921EB9E}" presName="childText" presStyleLbl="conFgAcc1" presStyleIdx="2" presStyleCnt="4">
        <dgm:presLayoutVars>
          <dgm:bulletEnabled val="1"/>
        </dgm:presLayoutVars>
      </dgm:prSet>
      <dgm:spPr/>
    </dgm:pt>
    <dgm:pt modelId="{B07CF2DB-FDBB-4F5E-88A7-1FCAAE5BDC09}" type="pres">
      <dgm:prSet presAssocID="{9D4DE539-6D37-4795-B72A-55D51412A607}" presName="spaceBetweenRectangles" presStyleCnt="0"/>
      <dgm:spPr/>
    </dgm:pt>
    <dgm:pt modelId="{D08407BE-5276-4342-8C93-007D02698BDC}" type="pres">
      <dgm:prSet presAssocID="{412B71DD-E06D-4F4D-9971-14698FBE9270}" presName="parentLin" presStyleCnt="0"/>
      <dgm:spPr/>
    </dgm:pt>
    <dgm:pt modelId="{DF000271-1056-4B6D-A5DE-C29465E966C1}" type="pres">
      <dgm:prSet presAssocID="{412B71DD-E06D-4F4D-9971-14698FBE9270}" presName="parentLeftMargin" presStyleLbl="node1" presStyleIdx="2" presStyleCnt="4"/>
      <dgm:spPr/>
    </dgm:pt>
    <dgm:pt modelId="{C6151F04-180A-45B5-AFF4-7EBF3D388587}" type="pres">
      <dgm:prSet presAssocID="{412B71DD-E06D-4F4D-9971-14698FBE927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6A76290-6B37-4379-984D-200A1932D044}" type="pres">
      <dgm:prSet presAssocID="{412B71DD-E06D-4F4D-9971-14698FBE9270}" presName="negativeSpace" presStyleCnt="0"/>
      <dgm:spPr/>
    </dgm:pt>
    <dgm:pt modelId="{D4D0EDB4-85F7-4DDA-BC85-0E7B145C7D0A}" type="pres">
      <dgm:prSet presAssocID="{412B71DD-E06D-4F4D-9971-14698FBE9270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3C539D0E-A320-42CE-9C59-707A07C31803}" type="presOf" srcId="{75456ED9-EC14-470E-AA21-33C4D55AA0CA}" destId="{2C2CA75C-107F-4C03-B76B-CB8177AEB6EA}" srcOrd="0" destOrd="0" presId="urn:microsoft.com/office/officeart/2005/8/layout/list1"/>
    <dgm:cxn modelId="{0F189228-CA34-401C-A36C-535C0D1C31A5}" srcId="{6CADDC3B-A615-40C5-9315-09919857526C}" destId="{CC5750D7-5A11-428D-88C8-BA99A921EB9E}" srcOrd="2" destOrd="0" parTransId="{F07B8CEB-FD46-4E16-B9DA-9AE5B81045F5}" sibTransId="{9D4DE539-6D37-4795-B72A-55D51412A607}"/>
    <dgm:cxn modelId="{9009963A-6E07-4018-A307-4BF344F2A03F}" type="presOf" srcId="{0CBD6AD8-B40F-425A-97AD-B22B1F72AFA4}" destId="{74A4EBE5-EED1-4029-92DA-0AA7B9EABC77}" srcOrd="0" destOrd="0" presId="urn:microsoft.com/office/officeart/2005/8/layout/list1"/>
    <dgm:cxn modelId="{CE92D044-CEB4-4DED-A40C-9E5C02A53444}" type="presOf" srcId="{75456ED9-EC14-470E-AA21-33C4D55AA0CA}" destId="{15B353DF-9A5A-4D95-8644-B2A7D1DB26EC}" srcOrd="1" destOrd="0" presId="urn:microsoft.com/office/officeart/2005/8/layout/list1"/>
    <dgm:cxn modelId="{2857804B-9BF3-4C41-9C90-B1444C8BB65D}" type="presOf" srcId="{0CBD6AD8-B40F-425A-97AD-B22B1F72AFA4}" destId="{3DE5E6A9-86BC-405A-9E06-F01A3A9B532D}" srcOrd="1" destOrd="0" presId="urn:microsoft.com/office/officeart/2005/8/layout/list1"/>
    <dgm:cxn modelId="{40DE0F4C-E9ED-473C-930E-04AAB12F7EF2}" srcId="{6CADDC3B-A615-40C5-9315-09919857526C}" destId="{75456ED9-EC14-470E-AA21-33C4D55AA0CA}" srcOrd="1" destOrd="0" parTransId="{FC2CE905-27E3-4484-BABC-0A603D51C6B4}" sibTransId="{E394E1FC-17D6-4C22-AEB0-AB998E11ADB1}"/>
    <dgm:cxn modelId="{E1C68790-9E63-452E-AF17-8DEDD842AA3E}" srcId="{6CADDC3B-A615-40C5-9315-09919857526C}" destId="{412B71DD-E06D-4F4D-9971-14698FBE9270}" srcOrd="3" destOrd="0" parTransId="{36933E77-D5C6-40B9-B1FF-2059E36DD54E}" sibTransId="{BEFBBCD8-B7A1-49D2-ADFD-4B5781DD6EBA}"/>
    <dgm:cxn modelId="{DC23599B-17EB-47BD-8F78-A5D76809180D}" type="presOf" srcId="{412B71DD-E06D-4F4D-9971-14698FBE9270}" destId="{C6151F04-180A-45B5-AFF4-7EBF3D388587}" srcOrd="1" destOrd="0" presId="urn:microsoft.com/office/officeart/2005/8/layout/list1"/>
    <dgm:cxn modelId="{A9CAB8A1-E565-43CF-BF01-9ABCC912D8CC}" type="presOf" srcId="{412B71DD-E06D-4F4D-9971-14698FBE9270}" destId="{DF000271-1056-4B6D-A5DE-C29465E966C1}" srcOrd="0" destOrd="0" presId="urn:microsoft.com/office/officeart/2005/8/layout/list1"/>
    <dgm:cxn modelId="{A247B3A2-0BA4-4442-88D6-92011DCAFC64}" type="presOf" srcId="{CC5750D7-5A11-428D-88C8-BA99A921EB9E}" destId="{0453CBE8-C07B-4127-AD52-9C51737F3474}" srcOrd="1" destOrd="0" presId="urn:microsoft.com/office/officeart/2005/8/layout/list1"/>
    <dgm:cxn modelId="{0D2EF7E4-03D8-4B04-B765-C99B7BDA293D}" type="presOf" srcId="{6CADDC3B-A615-40C5-9315-09919857526C}" destId="{84F30157-9791-4AE2-BC4C-1677937212B2}" srcOrd="0" destOrd="0" presId="urn:microsoft.com/office/officeart/2005/8/layout/list1"/>
    <dgm:cxn modelId="{FD51BFF6-8C36-406C-935C-C770B1FF6051}" srcId="{6CADDC3B-A615-40C5-9315-09919857526C}" destId="{0CBD6AD8-B40F-425A-97AD-B22B1F72AFA4}" srcOrd="0" destOrd="0" parTransId="{A8A98733-901C-4A8B-A942-CC1231B4AFB7}" sibTransId="{12E90B91-32AB-4C43-8540-C6AE7734F30E}"/>
    <dgm:cxn modelId="{443677FA-BBFD-44BB-8014-ADAE4C27EB0C}" type="presOf" srcId="{CC5750D7-5A11-428D-88C8-BA99A921EB9E}" destId="{7368C7E4-0D7F-4048-861E-731B0A64D541}" srcOrd="0" destOrd="0" presId="urn:microsoft.com/office/officeart/2005/8/layout/list1"/>
    <dgm:cxn modelId="{6F5BA3E4-715A-4A35-A299-828988007622}" type="presParOf" srcId="{84F30157-9791-4AE2-BC4C-1677937212B2}" destId="{42A20BE5-D8D9-4866-A679-F8B974269D81}" srcOrd="0" destOrd="0" presId="urn:microsoft.com/office/officeart/2005/8/layout/list1"/>
    <dgm:cxn modelId="{B470E9C8-E069-485B-BADE-A607E43F3A5E}" type="presParOf" srcId="{42A20BE5-D8D9-4866-A679-F8B974269D81}" destId="{74A4EBE5-EED1-4029-92DA-0AA7B9EABC77}" srcOrd="0" destOrd="0" presId="urn:microsoft.com/office/officeart/2005/8/layout/list1"/>
    <dgm:cxn modelId="{23A940DA-9DF8-4157-BB40-D64F2089A1CE}" type="presParOf" srcId="{42A20BE5-D8D9-4866-A679-F8B974269D81}" destId="{3DE5E6A9-86BC-405A-9E06-F01A3A9B532D}" srcOrd="1" destOrd="0" presId="urn:microsoft.com/office/officeart/2005/8/layout/list1"/>
    <dgm:cxn modelId="{4EE0B351-1E2D-442B-B4D9-E0A9955EE69C}" type="presParOf" srcId="{84F30157-9791-4AE2-BC4C-1677937212B2}" destId="{30DBCB69-E416-4C6F-B2D3-A7BDCDCAAE63}" srcOrd="1" destOrd="0" presId="urn:microsoft.com/office/officeart/2005/8/layout/list1"/>
    <dgm:cxn modelId="{FAB4E775-6520-415F-AB76-9F546748B2AB}" type="presParOf" srcId="{84F30157-9791-4AE2-BC4C-1677937212B2}" destId="{7E6AF4C8-F3F6-4A37-A5DE-DEAC30703ED0}" srcOrd="2" destOrd="0" presId="urn:microsoft.com/office/officeart/2005/8/layout/list1"/>
    <dgm:cxn modelId="{6499978A-C362-4005-8638-A90FBD1648E6}" type="presParOf" srcId="{84F30157-9791-4AE2-BC4C-1677937212B2}" destId="{41F11331-B9A9-4FCE-8117-5B52A91B9677}" srcOrd="3" destOrd="0" presId="urn:microsoft.com/office/officeart/2005/8/layout/list1"/>
    <dgm:cxn modelId="{B6233B05-F1DD-49F7-8D3D-2548FE8B6ADA}" type="presParOf" srcId="{84F30157-9791-4AE2-BC4C-1677937212B2}" destId="{4CA65E72-7999-46F3-B6A8-BC633A70F13D}" srcOrd="4" destOrd="0" presId="urn:microsoft.com/office/officeart/2005/8/layout/list1"/>
    <dgm:cxn modelId="{B7A8A8DD-651C-4D6B-8F4A-13D5EC9EE0BC}" type="presParOf" srcId="{4CA65E72-7999-46F3-B6A8-BC633A70F13D}" destId="{2C2CA75C-107F-4C03-B76B-CB8177AEB6EA}" srcOrd="0" destOrd="0" presId="urn:microsoft.com/office/officeart/2005/8/layout/list1"/>
    <dgm:cxn modelId="{33ED2DD1-1561-499D-BF25-F6DE464C4D5B}" type="presParOf" srcId="{4CA65E72-7999-46F3-B6A8-BC633A70F13D}" destId="{15B353DF-9A5A-4D95-8644-B2A7D1DB26EC}" srcOrd="1" destOrd="0" presId="urn:microsoft.com/office/officeart/2005/8/layout/list1"/>
    <dgm:cxn modelId="{075537BC-0335-4748-96DF-4BDE188E6D90}" type="presParOf" srcId="{84F30157-9791-4AE2-BC4C-1677937212B2}" destId="{28BC6A1E-2D3F-416B-AFC4-D4C0CA548415}" srcOrd="5" destOrd="0" presId="urn:microsoft.com/office/officeart/2005/8/layout/list1"/>
    <dgm:cxn modelId="{3E53ABE2-1E0E-4902-AC9A-B58CF85672E4}" type="presParOf" srcId="{84F30157-9791-4AE2-BC4C-1677937212B2}" destId="{A9ACA8F6-93FD-4C3C-8F96-2F39547CC114}" srcOrd="6" destOrd="0" presId="urn:microsoft.com/office/officeart/2005/8/layout/list1"/>
    <dgm:cxn modelId="{53A82323-DC8A-40C3-A62F-FCFEB9A9069C}" type="presParOf" srcId="{84F30157-9791-4AE2-BC4C-1677937212B2}" destId="{B70CFBA4-5592-4CCC-AA2F-B494CB124009}" srcOrd="7" destOrd="0" presId="urn:microsoft.com/office/officeart/2005/8/layout/list1"/>
    <dgm:cxn modelId="{657622A7-0627-4DD0-BAF4-FAF0E43D9FDD}" type="presParOf" srcId="{84F30157-9791-4AE2-BC4C-1677937212B2}" destId="{05D5D78D-2D8E-4872-8D7F-017097281336}" srcOrd="8" destOrd="0" presId="urn:microsoft.com/office/officeart/2005/8/layout/list1"/>
    <dgm:cxn modelId="{94E5E230-9D68-4E67-84C9-ED4ECA3F7E3B}" type="presParOf" srcId="{05D5D78D-2D8E-4872-8D7F-017097281336}" destId="{7368C7E4-0D7F-4048-861E-731B0A64D541}" srcOrd="0" destOrd="0" presId="urn:microsoft.com/office/officeart/2005/8/layout/list1"/>
    <dgm:cxn modelId="{2E0CB8A0-5A5C-4842-845E-ACA3EE49FF19}" type="presParOf" srcId="{05D5D78D-2D8E-4872-8D7F-017097281336}" destId="{0453CBE8-C07B-4127-AD52-9C51737F3474}" srcOrd="1" destOrd="0" presId="urn:microsoft.com/office/officeart/2005/8/layout/list1"/>
    <dgm:cxn modelId="{60DE4FA0-5D37-4E38-ACAB-E26C8CA8CFBE}" type="presParOf" srcId="{84F30157-9791-4AE2-BC4C-1677937212B2}" destId="{9AC7BE86-CA48-45E0-932D-B5E8B0A26FB8}" srcOrd="9" destOrd="0" presId="urn:microsoft.com/office/officeart/2005/8/layout/list1"/>
    <dgm:cxn modelId="{E2B5E683-A1DE-4DB8-BF06-F0816DFC28BC}" type="presParOf" srcId="{84F30157-9791-4AE2-BC4C-1677937212B2}" destId="{59335815-A042-4A14-A3A7-7000795481EB}" srcOrd="10" destOrd="0" presId="urn:microsoft.com/office/officeart/2005/8/layout/list1"/>
    <dgm:cxn modelId="{2B8894AC-E201-4DA6-B8B0-20482975B488}" type="presParOf" srcId="{84F30157-9791-4AE2-BC4C-1677937212B2}" destId="{B07CF2DB-FDBB-4F5E-88A7-1FCAAE5BDC09}" srcOrd="11" destOrd="0" presId="urn:microsoft.com/office/officeart/2005/8/layout/list1"/>
    <dgm:cxn modelId="{94A6B380-62DE-446C-B6D6-0CEE911BA098}" type="presParOf" srcId="{84F30157-9791-4AE2-BC4C-1677937212B2}" destId="{D08407BE-5276-4342-8C93-007D02698BDC}" srcOrd="12" destOrd="0" presId="urn:microsoft.com/office/officeart/2005/8/layout/list1"/>
    <dgm:cxn modelId="{549BDDDF-C42E-4C7C-961A-19D4903901F4}" type="presParOf" srcId="{D08407BE-5276-4342-8C93-007D02698BDC}" destId="{DF000271-1056-4B6D-A5DE-C29465E966C1}" srcOrd="0" destOrd="0" presId="urn:microsoft.com/office/officeart/2005/8/layout/list1"/>
    <dgm:cxn modelId="{20DF6031-4F4E-44F3-A553-92249DDECDB4}" type="presParOf" srcId="{D08407BE-5276-4342-8C93-007D02698BDC}" destId="{C6151F04-180A-45B5-AFF4-7EBF3D388587}" srcOrd="1" destOrd="0" presId="urn:microsoft.com/office/officeart/2005/8/layout/list1"/>
    <dgm:cxn modelId="{7F40E839-D826-4316-918E-F455EA8BE81A}" type="presParOf" srcId="{84F30157-9791-4AE2-BC4C-1677937212B2}" destId="{36A76290-6B37-4379-984D-200A1932D044}" srcOrd="13" destOrd="0" presId="urn:microsoft.com/office/officeart/2005/8/layout/list1"/>
    <dgm:cxn modelId="{C66FAA2D-AE88-4C73-A399-007F273715C8}" type="presParOf" srcId="{84F30157-9791-4AE2-BC4C-1677937212B2}" destId="{D4D0EDB4-85F7-4DDA-BC85-0E7B145C7D0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17CB8FD-5D81-453A-8DD0-4EDF3118043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81DF0384-39C5-4733-A8F1-63E4CDAF8B25}">
      <dgm:prSet/>
      <dgm:spPr/>
      <dgm:t>
        <a:bodyPr/>
        <a:lstStyle/>
        <a:p>
          <a:r>
            <a:rPr lang="ru-RU" b="1" dirty="0" err="1"/>
            <a:t>Локальне</a:t>
          </a:r>
          <a:r>
            <a:rPr lang="ru-RU" b="1" dirty="0"/>
            <a:t> </a:t>
          </a:r>
          <a:r>
            <a:rPr lang="ru-RU" b="1" dirty="0" err="1"/>
            <a:t>розгортання</a:t>
          </a:r>
          <a:endParaRPr lang="uk-UA" dirty="0"/>
        </a:p>
      </dgm:t>
    </dgm:pt>
    <dgm:pt modelId="{D1856DC2-6D33-4C75-940B-C4CE13C8F371}" type="parTrans" cxnId="{3560C443-8447-4311-AF7E-6AEF1C87C785}">
      <dgm:prSet/>
      <dgm:spPr/>
      <dgm:t>
        <a:bodyPr/>
        <a:lstStyle/>
        <a:p>
          <a:endParaRPr lang="uk-UA"/>
        </a:p>
      </dgm:t>
    </dgm:pt>
    <dgm:pt modelId="{2BBA8CC6-1A05-4748-AA9B-A33DB6BAE21D}" type="sibTrans" cxnId="{3560C443-8447-4311-AF7E-6AEF1C87C785}">
      <dgm:prSet/>
      <dgm:spPr/>
      <dgm:t>
        <a:bodyPr/>
        <a:lstStyle/>
        <a:p>
          <a:endParaRPr lang="uk-UA"/>
        </a:p>
      </dgm:t>
    </dgm:pt>
    <dgm:pt modelId="{C2445A99-142C-4E8C-87D1-A2E2EB287FA8}">
      <dgm:prSet/>
      <dgm:spPr/>
      <dgm:t>
        <a:bodyPr/>
        <a:lstStyle/>
        <a:p>
          <a:pPr>
            <a:buNone/>
          </a:pPr>
          <a:r>
            <a:rPr lang="uk-UA" b="1" dirty="0"/>
            <a:t>Оптимізація </a:t>
          </a:r>
          <a:r>
            <a:rPr lang="en-US" b="1" dirty="0"/>
            <a:t>RAG</a:t>
          </a:r>
          <a:endParaRPr lang="uk-UA" dirty="0"/>
        </a:p>
      </dgm:t>
    </dgm:pt>
    <dgm:pt modelId="{AF45E8B4-E77C-499D-9A5F-4710963B147E}" type="parTrans" cxnId="{C5667085-DD3A-487B-A9E0-9E5CFFA21927}">
      <dgm:prSet/>
      <dgm:spPr/>
      <dgm:t>
        <a:bodyPr/>
        <a:lstStyle/>
        <a:p>
          <a:endParaRPr lang="uk-UA"/>
        </a:p>
      </dgm:t>
    </dgm:pt>
    <dgm:pt modelId="{603312FA-625A-4F89-AC5B-00845BF0B118}" type="sibTrans" cxnId="{C5667085-DD3A-487B-A9E0-9E5CFFA21927}">
      <dgm:prSet/>
      <dgm:spPr/>
      <dgm:t>
        <a:bodyPr/>
        <a:lstStyle/>
        <a:p>
          <a:endParaRPr lang="uk-UA"/>
        </a:p>
      </dgm:t>
    </dgm:pt>
    <dgm:pt modelId="{6BFEDCE6-268B-48BE-B324-8DA63641EEE9}">
      <dgm:prSet/>
      <dgm:spPr/>
      <dgm:t>
        <a:bodyPr/>
        <a:lstStyle/>
        <a:p>
          <a:pPr>
            <a:buNone/>
          </a:pPr>
          <a:r>
            <a:rPr lang="uk-UA" b="1" dirty="0"/>
            <a:t>Апаратне забезпечення</a:t>
          </a:r>
          <a:endParaRPr lang="en-US" dirty="0"/>
        </a:p>
      </dgm:t>
    </dgm:pt>
    <dgm:pt modelId="{D34CF138-0885-465D-90EC-BBA618EDBB27}" type="parTrans" cxnId="{C54DFAC5-7BF1-421C-9495-F50903FB60D2}">
      <dgm:prSet/>
      <dgm:spPr/>
      <dgm:t>
        <a:bodyPr/>
        <a:lstStyle/>
        <a:p>
          <a:endParaRPr lang="uk-UA"/>
        </a:p>
      </dgm:t>
    </dgm:pt>
    <dgm:pt modelId="{7B5ED7BF-1A93-4C60-9F79-B6A178F99545}" type="sibTrans" cxnId="{C54DFAC5-7BF1-421C-9495-F50903FB60D2}">
      <dgm:prSet/>
      <dgm:spPr/>
      <dgm:t>
        <a:bodyPr/>
        <a:lstStyle/>
        <a:p>
          <a:endParaRPr lang="uk-UA"/>
        </a:p>
      </dgm:t>
    </dgm:pt>
    <dgm:pt modelId="{8299F9D3-CFFD-473E-BC0E-C99EFAADB634}">
      <dgm:prSet/>
      <dgm:spPr/>
      <dgm:t>
        <a:bodyPr/>
        <a:lstStyle/>
        <a:p>
          <a:pPr>
            <a:buNone/>
          </a:pPr>
          <a:r>
            <a:rPr lang="uk-UA" dirty="0"/>
            <a:t>Використання векторних баз даних для зберігання актуальної інформації про готель (меню, послуги, правила), що критично підвищує точність відповідей у порівнянні зі звичайними чат-ботами.</a:t>
          </a:r>
        </a:p>
      </dgm:t>
    </dgm:pt>
    <dgm:pt modelId="{F0731240-0DD2-4F7A-9844-4C1442D5EF5A}" type="parTrans" cxnId="{789391A8-E86C-45E5-9442-CAF46434E9AD}">
      <dgm:prSet/>
      <dgm:spPr/>
      <dgm:t>
        <a:bodyPr/>
        <a:lstStyle/>
        <a:p>
          <a:endParaRPr lang="uk-UA"/>
        </a:p>
      </dgm:t>
    </dgm:pt>
    <dgm:pt modelId="{9759F692-17AD-4E5B-BFA3-F245CC9FD149}" type="sibTrans" cxnId="{789391A8-E86C-45E5-9442-CAF46434E9AD}">
      <dgm:prSet/>
      <dgm:spPr/>
      <dgm:t>
        <a:bodyPr/>
        <a:lstStyle/>
        <a:p>
          <a:endParaRPr lang="uk-UA"/>
        </a:p>
      </dgm:t>
    </dgm:pt>
    <dgm:pt modelId="{0A63DF29-EF49-4E4D-A0D9-AC7AAB44049B}">
      <dgm:prSet/>
      <dgm:spPr/>
      <dgm:t>
        <a:bodyPr/>
        <a:lstStyle/>
        <a:p>
          <a:pPr>
            <a:buNone/>
          </a:pPr>
          <a:r>
            <a:rPr lang="uk-UA" dirty="0"/>
            <a:t>Для стабільної роботи з низькою затримкою рекомендується використання </a:t>
          </a:r>
          <a:r>
            <a:rPr lang="en-US" dirty="0"/>
            <a:t>GPU </a:t>
          </a:r>
          <a:r>
            <a:rPr lang="uk-UA" dirty="0"/>
            <a:t>з об'ємом </a:t>
          </a:r>
          <a:r>
            <a:rPr lang="uk-UA" dirty="0" err="1"/>
            <a:t>відеопам'яті</a:t>
          </a:r>
          <a:r>
            <a:rPr lang="uk-UA" dirty="0"/>
            <a:t> від 12 ГБ (рівня </a:t>
          </a:r>
          <a:r>
            <a:rPr lang="en-US" dirty="0"/>
            <a:t>RTX 3090/4090).</a:t>
          </a:r>
        </a:p>
      </dgm:t>
    </dgm:pt>
    <dgm:pt modelId="{46D7C3CA-F7FD-4822-B5DE-3CA53D0570A8}" type="parTrans" cxnId="{1D0DE908-DD23-47CF-9ACF-074ED01B3610}">
      <dgm:prSet/>
      <dgm:spPr/>
      <dgm:t>
        <a:bodyPr/>
        <a:lstStyle/>
        <a:p>
          <a:endParaRPr lang="uk-UA"/>
        </a:p>
      </dgm:t>
    </dgm:pt>
    <dgm:pt modelId="{58B7E915-656E-4ECF-A36F-3349878830C2}" type="sibTrans" cxnId="{1D0DE908-DD23-47CF-9ACF-074ED01B3610}">
      <dgm:prSet/>
      <dgm:spPr/>
      <dgm:t>
        <a:bodyPr/>
        <a:lstStyle/>
        <a:p>
          <a:endParaRPr lang="uk-UA"/>
        </a:p>
      </dgm:t>
    </dgm:pt>
    <dgm:pt modelId="{26931F77-11DE-4C28-A60D-E698327B3270}">
      <dgm:prSet/>
      <dgm:spPr/>
      <dgm:t>
        <a:bodyPr/>
        <a:lstStyle/>
        <a:p>
          <a:pPr>
            <a:buNone/>
          </a:pPr>
          <a:r>
            <a:rPr lang="uk-UA" dirty="0"/>
            <a:t>Впровадження детермінованого шару </a:t>
          </a:r>
          <a:r>
            <a:rPr lang="uk-UA" dirty="0" err="1"/>
            <a:t>валідації</a:t>
          </a:r>
          <a:r>
            <a:rPr lang="uk-UA" dirty="0"/>
            <a:t> між ШІ-агентом та системою бронювання для запобігання «галюцинаціям» та помилковим транзакціям.</a:t>
          </a:r>
        </a:p>
      </dgm:t>
    </dgm:pt>
    <dgm:pt modelId="{749F2FA7-0228-4940-A452-430B721CFED7}" type="parTrans" cxnId="{C3C3B58D-8C94-465F-B9E0-DFE8A7A5E764}">
      <dgm:prSet/>
      <dgm:spPr/>
      <dgm:t>
        <a:bodyPr/>
        <a:lstStyle/>
        <a:p>
          <a:endParaRPr lang="uk-UA"/>
        </a:p>
      </dgm:t>
    </dgm:pt>
    <dgm:pt modelId="{D601C985-1E29-4978-A1CE-FBF541893613}" type="sibTrans" cxnId="{C3C3B58D-8C94-465F-B9E0-DFE8A7A5E764}">
      <dgm:prSet/>
      <dgm:spPr/>
      <dgm:t>
        <a:bodyPr/>
        <a:lstStyle/>
        <a:p>
          <a:endParaRPr lang="uk-UA"/>
        </a:p>
      </dgm:t>
    </dgm:pt>
    <dgm:pt modelId="{949B6AAE-FDAA-4DF4-87AC-0359ECC77798}">
      <dgm:prSet/>
      <dgm:spPr/>
      <dgm:t>
        <a:bodyPr/>
        <a:lstStyle/>
        <a:p>
          <a:r>
            <a:rPr lang="ru-RU" dirty="0"/>
            <a:t>Для </a:t>
          </a:r>
          <a:r>
            <a:rPr lang="ru-RU" dirty="0" err="1"/>
            <a:t>забезпечення</a:t>
          </a:r>
          <a:r>
            <a:rPr lang="ru-RU" dirty="0"/>
            <a:t> </a:t>
          </a:r>
          <a:r>
            <a:rPr lang="ru-RU" dirty="0" err="1"/>
            <a:t>захисту</a:t>
          </a:r>
          <a:r>
            <a:rPr lang="ru-RU" dirty="0"/>
            <a:t> </a:t>
          </a:r>
          <a:r>
            <a:rPr lang="ru-RU" dirty="0" err="1"/>
            <a:t>персональних</a:t>
          </a:r>
          <a:r>
            <a:rPr lang="ru-RU" dirty="0"/>
            <a:t> </a:t>
          </a:r>
          <a:r>
            <a:rPr lang="ru-RU" dirty="0" err="1"/>
            <a:t>даних</a:t>
          </a:r>
          <a:r>
            <a:rPr lang="ru-RU" dirty="0"/>
            <a:t> гостей </a:t>
          </a:r>
          <a:r>
            <a:rPr lang="ru-RU" dirty="0" err="1"/>
            <a:t>рекомендується</a:t>
          </a:r>
          <a:r>
            <a:rPr lang="ru-RU" dirty="0"/>
            <a:t> </a:t>
          </a:r>
          <a:r>
            <a:rPr lang="ru-RU" dirty="0" err="1"/>
            <a:t>використовувати</a:t>
          </a:r>
          <a:r>
            <a:rPr lang="ru-RU" dirty="0"/>
            <a:t> </a:t>
          </a:r>
          <a:r>
            <a:rPr lang="ru-RU" dirty="0" err="1"/>
            <a:t>відкриті</a:t>
          </a:r>
          <a:r>
            <a:rPr lang="ru-RU" dirty="0"/>
            <a:t> </a:t>
          </a:r>
          <a:r>
            <a:rPr lang="ru-RU" dirty="0" err="1"/>
            <a:t>локальні</a:t>
          </a:r>
          <a:r>
            <a:rPr lang="ru-RU" dirty="0"/>
            <a:t> </a:t>
          </a:r>
          <a:r>
            <a:rPr lang="ru-RU" dirty="0" err="1"/>
            <a:t>моделі</a:t>
          </a:r>
          <a:r>
            <a:rPr lang="ru-RU" dirty="0"/>
            <a:t> (</a:t>
          </a:r>
          <a:r>
            <a:rPr lang="ru-RU" dirty="0" err="1"/>
            <a:t>Qwen</a:t>
          </a:r>
          <a:r>
            <a:rPr lang="ru-RU" dirty="0"/>
            <a:t> 2.5 7B, </a:t>
          </a:r>
          <a:r>
            <a:rPr lang="ru-RU" dirty="0" err="1"/>
            <a:t>Llama</a:t>
          </a:r>
          <a:r>
            <a:rPr lang="ru-RU" dirty="0"/>
            <a:t> 3.1 8B)</a:t>
          </a:r>
          <a:endParaRPr lang="uk-UA" dirty="0"/>
        </a:p>
      </dgm:t>
    </dgm:pt>
    <dgm:pt modelId="{1C1F4D89-E906-46E5-B60F-09DAC22735F8}" type="parTrans" cxnId="{C99BF43E-B617-433D-9CCF-211E061694F2}">
      <dgm:prSet/>
      <dgm:spPr/>
      <dgm:t>
        <a:bodyPr/>
        <a:lstStyle/>
        <a:p>
          <a:endParaRPr lang="uk-UA"/>
        </a:p>
      </dgm:t>
    </dgm:pt>
    <dgm:pt modelId="{FB760BCF-272B-446E-BE92-A573B7B7A167}" type="sibTrans" cxnId="{C99BF43E-B617-433D-9CCF-211E061694F2}">
      <dgm:prSet/>
      <dgm:spPr/>
      <dgm:t>
        <a:bodyPr/>
        <a:lstStyle/>
        <a:p>
          <a:endParaRPr lang="uk-UA"/>
        </a:p>
      </dgm:t>
    </dgm:pt>
    <dgm:pt modelId="{D07186D5-9897-45EB-9667-763EA02C20A3}">
      <dgm:prSet/>
      <dgm:spPr/>
      <dgm:t>
        <a:bodyPr/>
        <a:lstStyle/>
        <a:p>
          <a:r>
            <a:rPr lang="uk-UA" b="1"/>
            <a:t>Гібридна архітектура</a:t>
          </a:r>
          <a:endParaRPr lang="uk-UA" dirty="0"/>
        </a:p>
      </dgm:t>
    </dgm:pt>
    <dgm:pt modelId="{33ABC491-A409-46D3-8931-9EB2F8FDA316}" type="parTrans" cxnId="{6C7BC84D-6506-482E-9B5E-79B89F400366}">
      <dgm:prSet/>
      <dgm:spPr/>
      <dgm:t>
        <a:bodyPr/>
        <a:lstStyle/>
        <a:p>
          <a:endParaRPr lang="uk-UA"/>
        </a:p>
      </dgm:t>
    </dgm:pt>
    <dgm:pt modelId="{A6B39BFD-E0D7-4ABF-A42B-5366D0EC55F3}" type="sibTrans" cxnId="{6C7BC84D-6506-482E-9B5E-79B89F400366}">
      <dgm:prSet/>
      <dgm:spPr/>
      <dgm:t>
        <a:bodyPr/>
        <a:lstStyle/>
        <a:p>
          <a:endParaRPr lang="uk-UA"/>
        </a:p>
      </dgm:t>
    </dgm:pt>
    <dgm:pt modelId="{50903A90-6D6B-453C-830B-07DC993DBB67}" type="pres">
      <dgm:prSet presAssocID="{417CB8FD-5D81-453A-8DD0-4EDF31180435}" presName="vert0" presStyleCnt="0">
        <dgm:presLayoutVars>
          <dgm:dir/>
          <dgm:animOne val="branch"/>
          <dgm:animLvl val="lvl"/>
        </dgm:presLayoutVars>
      </dgm:prSet>
      <dgm:spPr/>
    </dgm:pt>
    <dgm:pt modelId="{81983511-EAAA-4818-A6EA-764BC7C96322}" type="pres">
      <dgm:prSet presAssocID="{81DF0384-39C5-4733-A8F1-63E4CDAF8B25}" presName="thickLine" presStyleLbl="alignNode1" presStyleIdx="0" presStyleCnt="4"/>
      <dgm:spPr/>
    </dgm:pt>
    <dgm:pt modelId="{28E8C082-DDE1-4855-9587-E7191FBFDD20}" type="pres">
      <dgm:prSet presAssocID="{81DF0384-39C5-4733-A8F1-63E4CDAF8B25}" presName="horz1" presStyleCnt="0"/>
      <dgm:spPr/>
    </dgm:pt>
    <dgm:pt modelId="{CA941CE7-B52B-4AD8-A96D-3D9CC77733D4}" type="pres">
      <dgm:prSet presAssocID="{81DF0384-39C5-4733-A8F1-63E4CDAF8B25}" presName="tx1" presStyleLbl="revTx" presStyleIdx="0" presStyleCnt="8"/>
      <dgm:spPr/>
    </dgm:pt>
    <dgm:pt modelId="{1581C0DE-368C-42D9-8982-F07D83508B3E}" type="pres">
      <dgm:prSet presAssocID="{81DF0384-39C5-4733-A8F1-63E4CDAF8B25}" presName="vert1" presStyleCnt="0"/>
      <dgm:spPr/>
    </dgm:pt>
    <dgm:pt modelId="{22CDAB04-B405-4CBD-83BC-FA9F1BFE8411}" type="pres">
      <dgm:prSet presAssocID="{949B6AAE-FDAA-4DF4-87AC-0359ECC77798}" presName="vertSpace2a" presStyleCnt="0"/>
      <dgm:spPr/>
    </dgm:pt>
    <dgm:pt modelId="{06FDD474-1D68-4FB1-A45B-818C53446BC6}" type="pres">
      <dgm:prSet presAssocID="{949B6AAE-FDAA-4DF4-87AC-0359ECC77798}" presName="horz2" presStyleCnt="0"/>
      <dgm:spPr/>
    </dgm:pt>
    <dgm:pt modelId="{2A012CCD-6B19-4D86-92D0-88DD24C2CD84}" type="pres">
      <dgm:prSet presAssocID="{949B6AAE-FDAA-4DF4-87AC-0359ECC77798}" presName="horzSpace2" presStyleCnt="0"/>
      <dgm:spPr/>
    </dgm:pt>
    <dgm:pt modelId="{356F560C-3012-4505-9C74-AA252B41B9DB}" type="pres">
      <dgm:prSet presAssocID="{949B6AAE-FDAA-4DF4-87AC-0359ECC77798}" presName="tx2" presStyleLbl="revTx" presStyleIdx="1" presStyleCnt="8"/>
      <dgm:spPr/>
    </dgm:pt>
    <dgm:pt modelId="{09ECE7E6-4FD0-455E-8CD7-AC373E0E54F8}" type="pres">
      <dgm:prSet presAssocID="{949B6AAE-FDAA-4DF4-87AC-0359ECC77798}" presName="vert2" presStyleCnt="0"/>
      <dgm:spPr/>
    </dgm:pt>
    <dgm:pt modelId="{6E5E075E-92D0-42C2-BB7A-C8C97BE77883}" type="pres">
      <dgm:prSet presAssocID="{949B6AAE-FDAA-4DF4-87AC-0359ECC77798}" presName="thinLine2b" presStyleLbl="callout" presStyleIdx="0" presStyleCnt="4"/>
      <dgm:spPr/>
    </dgm:pt>
    <dgm:pt modelId="{A255333C-06BD-40E4-B385-45848A638135}" type="pres">
      <dgm:prSet presAssocID="{949B6AAE-FDAA-4DF4-87AC-0359ECC77798}" presName="vertSpace2b" presStyleCnt="0"/>
      <dgm:spPr/>
    </dgm:pt>
    <dgm:pt modelId="{B98F67F4-BEF4-40CA-8B11-A52A12FC5BD6}" type="pres">
      <dgm:prSet presAssocID="{D07186D5-9897-45EB-9667-763EA02C20A3}" presName="thickLine" presStyleLbl="alignNode1" presStyleIdx="1" presStyleCnt="4"/>
      <dgm:spPr/>
    </dgm:pt>
    <dgm:pt modelId="{A6C74BEF-9D44-4EEA-BBE1-B75B42F86665}" type="pres">
      <dgm:prSet presAssocID="{D07186D5-9897-45EB-9667-763EA02C20A3}" presName="horz1" presStyleCnt="0"/>
      <dgm:spPr/>
    </dgm:pt>
    <dgm:pt modelId="{DC52D183-19D3-4845-A94D-1A4BAD2D23B6}" type="pres">
      <dgm:prSet presAssocID="{D07186D5-9897-45EB-9667-763EA02C20A3}" presName="tx1" presStyleLbl="revTx" presStyleIdx="2" presStyleCnt="8"/>
      <dgm:spPr/>
    </dgm:pt>
    <dgm:pt modelId="{E81E2612-0F42-4FC1-BA13-5460DC6F79E9}" type="pres">
      <dgm:prSet presAssocID="{D07186D5-9897-45EB-9667-763EA02C20A3}" presName="vert1" presStyleCnt="0"/>
      <dgm:spPr/>
    </dgm:pt>
    <dgm:pt modelId="{897BB732-2637-4007-826B-2CF6C4235E68}" type="pres">
      <dgm:prSet presAssocID="{26931F77-11DE-4C28-A60D-E698327B3270}" presName="vertSpace2a" presStyleCnt="0"/>
      <dgm:spPr/>
    </dgm:pt>
    <dgm:pt modelId="{6BC321AB-7FAE-4CB9-884D-571E9ACDBEA0}" type="pres">
      <dgm:prSet presAssocID="{26931F77-11DE-4C28-A60D-E698327B3270}" presName="horz2" presStyleCnt="0"/>
      <dgm:spPr/>
    </dgm:pt>
    <dgm:pt modelId="{F46E7737-835B-4D24-B11D-3D7829A6D492}" type="pres">
      <dgm:prSet presAssocID="{26931F77-11DE-4C28-A60D-E698327B3270}" presName="horzSpace2" presStyleCnt="0"/>
      <dgm:spPr/>
    </dgm:pt>
    <dgm:pt modelId="{9B944F96-A945-4767-8EAE-6A6C5267282F}" type="pres">
      <dgm:prSet presAssocID="{26931F77-11DE-4C28-A60D-E698327B3270}" presName="tx2" presStyleLbl="revTx" presStyleIdx="3" presStyleCnt="8"/>
      <dgm:spPr/>
    </dgm:pt>
    <dgm:pt modelId="{C6E828B5-7992-4C07-BDAC-DFF9357AED76}" type="pres">
      <dgm:prSet presAssocID="{26931F77-11DE-4C28-A60D-E698327B3270}" presName="vert2" presStyleCnt="0"/>
      <dgm:spPr/>
    </dgm:pt>
    <dgm:pt modelId="{CE73638D-6A9C-4B34-ABF1-F7DDEE76781B}" type="pres">
      <dgm:prSet presAssocID="{26931F77-11DE-4C28-A60D-E698327B3270}" presName="thinLine2b" presStyleLbl="callout" presStyleIdx="1" presStyleCnt="4"/>
      <dgm:spPr/>
    </dgm:pt>
    <dgm:pt modelId="{A5DAF7E9-0163-4C23-97D0-B5C936E9B03F}" type="pres">
      <dgm:prSet presAssocID="{26931F77-11DE-4C28-A60D-E698327B3270}" presName="vertSpace2b" presStyleCnt="0"/>
      <dgm:spPr/>
    </dgm:pt>
    <dgm:pt modelId="{57C116D1-7779-47D6-A8C5-A29CC586D85B}" type="pres">
      <dgm:prSet presAssocID="{C2445A99-142C-4E8C-87D1-A2E2EB287FA8}" presName="thickLine" presStyleLbl="alignNode1" presStyleIdx="2" presStyleCnt="4"/>
      <dgm:spPr/>
    </dgm:pt>
    <dgm:pt modelId="{15A44A5E-133B-464F-B416-195FBF201B38}" type="pres">
      <dgm:prSet presAssocID="{C2445A99-142C-4E8C-87D1-A2E2EB287FA8}" presName="horz1" presStyleCnt="0"/>
      <dgm:spPr/>
    </dgm:pt>
    <dgm:pt modelId="{C7FA65DE-60CB-4367-80E7-355C280E5DBE}" type="pres">
      <dgm:prSet presAssocID="{C2445A99-142C-4E8C-87D1-A2E2EB287FA8}" presName="tx1" presStyleLbl="revTx" presStyleIdx="4" presStyleCnt="8"/>
      <dgm:spPr/>
    </dgm:pt>
    <dgm:pt modelId="{373C6667-E5DC-4F91-9ABB-D14E3C22CE62}" type="pres">
      <dgm:prSet presAssocID="{C2445A99-142C-4E8C-87D1-A2E2EB287FA8}" presName="vert1" presStyleCnt="0"/>
      <dgm:spPr/>
    </dgm:pt>
    <dgm:pt modelId="{D96AE6EC-061A-4D9D-9319-CC293033967C}" type="pres">
      <dgm:prSet presAssocID="{8299F9D3-CFFD-473E-BC0E-C99EFAADB634}" presName="vertSpace2a" presStyleCnt="0"/>
      <dgm:spPr/>
    </dgm:pt>
    <dgm:pt modelId="{5C7D9CC8-B995-4648-B29A-5219F9DFA251}" type="pres">
      <dgm:prSet presAssocID="{8299F9D3-CFFD-473E-BC0E-C99EFAADB634}" presName="horz2" presStyleCnt="0"/>
      <dgm:spPr/>
    </dgm:pt>
    <dgm:pt modelId="{B474A9AF-2516-42B9-90B8-EC121554C174}" type="pres">
      <dgm:prSet presAssocID="{8299F9D3-CFFD-473E-BC0E-C99EFAADB634}" presName="horzSpace2" presStyleCnt="0"/>
      <dgm:spPr/>
    </dgm:pt>
    <dgm:pt modelId="{669C4BA6-5E47-4602-9CFF-2C1DB79C13AB}" type="pres">
      <dgm:prSet presAssocID="{8299F9D3-CFFD-473E-BC0E-C99EFAADB634}" presName="tx2" presStyleLbl="revTx" presStyleIdx="5" presStyleCnt="8"/>
      <dgm:spPr/>
    </dgm:pt>
    <dgm:pt modelId="{C4757490-F1E8-404A-B771-9E6A66DD816C}" type="pres">
      <dgm:prSet presAssocID="{8299F9D3-CFFD-473E-BC0E-C99EFAADB634}" presName="vert2" presStyleCnt="0"/>
      <dgm:spPr/>
    </dgm:pt>
    <dgm:pt modelId="{9BB3E262-93B2-40FB-9058-7A96DE81F618}" type="pres">
      <dgm:prSet presAssocID="{8299F9D3-CFFD-473E-BC0E-C99EFAADB634}" presName="thinLine2b" presStyleLbl="callout" presStyleIdx="2" presStyleCnt="4"/>
      <dgm:spPr/>
    </dgm:pt>
    <dgm:pt modelId="{AFCDAC4F-6DAD-4B55-B89D-E0BBB2F17A50}" type="pres">
      <dgm:prSet presAssocID="{8299F9D3-CFFD-473E-BC0E-C99EFAADB634}" presName="vertSpace2b" presStyleCnt="0"/>
      <dgm:spPr/>
    </dgm:pt>
    <dgm:pt modelId="{8D224FDB-7791-445B-8690-2B06FDEDE07F}" type="pres">
      <dgm:prSet presAssocID="{6BFEDCE6-268B-48BE-B324-8DA63641EEE9}" presName="thickLine" presStyleLbl="alignNode1" presStyleIdx="3" presStyleCnt="4"/>
      <dgm:spPr/>
    </dgm:pt>
    <dgm:pt modelId="{621F742A-78D0-4C2A-8148-60D0F818076F}" type="pres">
      <dgm:prSet presAssocID="{6BFEDCE6-268B-48BE-B324-8DA63641EEE9}" presName="horz1" presStyleCnt="0"/>
      <dgm:spPr/>
    </dgm:pt>
    <dgm:pt modelId="{69029B5C-3BC8-4A47-B5DE-8E0930BCF6AF}" type="pres">
      <dgm:prSet presAssocID="{6BFEDCE6-268B-48BE-B324-8DA63641EEE9}" presName="tx1" presStyleLbl="revTx" presStyleIdx="6" presStyleCnt="8"/>
      <dgm:spPr/>
    </dgm:pt>
    <dgm:pt modelId="{E525E7FE-1A44-4316-91D9-1D92E1E62E4A}" type="pres">
      <dgm:prSet presAssocID="{6BFEDCE6-268B-48BE-B324-8DA63641EEE9}" presName="vert1" presStyleCnt="0"/>
      <dgm:spPr/>
    </dgm:pt>
    <dgm:pt modelId="{8ACE624B-B7E7-4DBE-8786-9CA12EED7C21}" type="pres">
      <dgm:prSet presAssocID="{0A63DF29-EF49-4E4D-A0D9-AC7AAB44049B}" presName="vertSpace2a" presStyleCnt="0"/>
      <dgm:spPr/>
    </dgm:pt>
    <dgm:pt modelId="{C101BCE7-A0F5-4910-AD43-2191941D9187}" type="pres">
      <dgm:prSet presAssocID="{0A63DF29-EF49-4E4D-A0D9-AC7AAB44049B}" presName="horz2" presStyleCnt="0"/>
      <dgm:spPr/>
    </dgm:pt>
    <dgm:pt modelId="{DA9B2B75-E13E-47B8-BD7A-9BD69E9128D4}" type="pres">
      <dgm:prSet presAssocID="{0A63DF29-EF49-4E4D-A0D9-AC7AAB44049B}" presName="horzSpace2" presStyleCnt="0"/>
      <dgm:spPr/>
    </dgm:pt>
    <dgm:pt modelId="{657D7680-DC7B-4E13-861A-127189D74B30}" type="pres">
      <dgm:prSet presAssocID="{0A63DF29-EF49-4E4D-A0D9-AC7AAB44049B}" presName="tx2" presStyleLbl="revTx" presStyleIdx="7" presStyleCnt="8"/>
      <dgm:spPr/>
    </dgm:pt>
    <dgm:pt modelId="{8A07723B-752B-4598-97AD-3ADF98659466}" type="pres">
      <dgm:prSet presAssocID="{0A63DF29-EF49-4E4D-A0D9-AC7AAB44049B}" presName="vert2" presStyleCnt="0"/>
      <dgm:spPr/>
    </dgm:pt>
    <dgm:pt modelId="{DDB5BDC1-652D-423E-8724-86B1BB8EDCA7}" type="pres">
      <dgm:prSet presAssocID="{0A63DF29-EF49-4E4D-A0D9-AC7AAB44049B}" presName="thinLine2b" presStyleLbl="callout" presStyleIdx="3" presStyleCnt="4"/>
      <dgm:spPr/>
    </dgm:pt>
    <dgm:pt modelId="{36FE4923-4D0B-410E-9EDE-0554712E42FC}" type="pres">
      <dgm:prSet presAssocID="{0A63DF29-EF49-4E4D-A0D9-AC7AAB44049B}" presName="vertSpace2b" presStyleCnt="0"/>
      <dgm:spPr/>
    </dgm:pt>
  </dgm:ptLst>
  <dgm:cxnLst>
    <dgm:cxn modelId="{22219407-FCA5-407B-9AA8-4370868E95E1}" type="presOf" srcId="{26931F77-11DE-4C28-A60D-E698327B3270}" destId="{9B944F96-A945-4767-8EAE-6A6C5267282F}" srcOrd="0" destOrd="0" presId="urn:microsoft.com/office/officeart/2008/layout/LinedList"/>
    <dgm:cxn modelId="{1D0DE908-DD23-47CF-9ACF-074ED01B3610}" srcId="{6BFEDCE6-268B-48BE-B324-8DA63641EEE9}" destId="{0A63DF29-EF49-4E4D-A0D9-AC7AAB44049B}" srcOrd="0" destOrd="0" parTransId="{46D7C3CA-F7FD-4822-B5DE-3CA53D0570A8}" sibTransId="{58B7E915-656E-4ECF-A36F-3349878830C2}"/>
    <dgm:cxn modelId="{F9246F2A-699E-4B21-BE9F-C0A43C28A1FF}" type="presOf" srcId="{C2445A99-142C-4E8C-87D1-A2E2EB287FA8}" destId="{C7FA65DE-60CB-4367-80E7-355C280E5DBE}" srcOrd="0" destOrd="0" presId="urn:microsoft.com/office/officeart/2008/layout/LinedList"/>
    <dgm:cxn modelId="{C99BF43E-B617-433D-9CCF-211E061694F2}" srcId="{81DF0384-39C5-4733-A8F1-63E4CDAF8B25}" destId="{949B6AAE-FDAA-4DF4-87AC-0359ECC77798}" srcOrd="0" destOrd="0" parTransId="{1C1F4D89-E906-46E5-B60F-09DAC22735F8}" sibTransId="{FB760BCF-272B-446E-BE92-A573B7B7A167}"/>
    <dgm:cxn modelId="{02CE4241-9682-4678-882B-3936538075C5}" type="presOf" srcId="{949B6AAE-FDAA-4DF4-87AC-0359ECC77798}" destId="{356F560C-3012-4505-9C74-AA252B41B9DB}" srcOrd="0" destOrd="0" presId="urn:microsoft.com/office/officeart/2008/layout/LinedList"/>
    <dgm:cxn modelId="{56F04742-5A72-424A-ABD9-8AA1F658DD70}" type="presOf" srcId="{0A63DF29-EF49-4E4D-A0D9-AC7AAB44049B}" destId="{657D7680-DC7B-4E13-861A-127189D74B30}" srcOrd="0" destOrd="0" presId="urn:microsoft.com/office/officeart/2008/layout/LinedList"/>
    <dgm:cxn modelId="{3560C443-8447-4311-AF7E-6AEF1C87C785}" srcId="{417CB8FD-5D81-453A-8DD0-4EDF31180435}" destId="{81DF0384-39C5-4733-A8F1-63E4CDAF8B25}" srcOrd="0" destOrd="0" parTransId="{D1856DC2-6D33-4C75-940B-C4CE13C8F371}" sibTransId="{2BBA8CC6-1A05-4748-AA9B-A33DB6BAE21D}"/>
    <dgm:cxn modelId="{6C7BC84D-6506-482E-9B5E-79B89F400366}" srcId="{417CB8FD-5D81-453A-8DD0-4EDF31180435}" destId="{D07186D5-9897-45EB-9667-763EA02C20A3}" srcOrd="1" destOrd="0" parTransId="{33ABC491-A409-46D3-8931-9EB2F8FDA316}" sibTransId="{A6B39BFD-E0D7-4ABF-A42B-5366D0EC55F3}"/>
    <dgm:cxn modelId="{C5667085-DD3A-487B-A9E0-9E5CFFA21927}" srcId="{417CB8FD-5D81-453A-8DD0-4EDF31180435}" destId="{C2445A99-142C-4E8C-87D1-A2E2EB287FA8}" srcOrd="2" destOrd="0" parTransId="{AF45E8B4-E77C-499D-9A5F-4710963B147E}" sibTransId="{603312FA-625A-4F89-AC5B-00845BF0B118}"/>
    <dgm:cxn modelId="{1544C487-D7DA-4C4D-A96E-B203599C663F}" type="presOf" srcId="{8299F9D3-CFFD-473E-BC0E-C99EFAADB634}" destId="{669C4BA6-5E47-4602-9CFF-2C1DB79C13AB}" srcOrd="0" destOrd="0" presId="urn:microsoft.com/office/officeart/2008/layout/LinedList"/>
    <dgm:cxn modelId="{C3C3B58D-8C94-465F-B9E0-DFE8A7A5E764}" srcId="{D07186D5-9897-45EB-9667-763EA02C20A3}" destId="{26931F77-11DE-4C28-A60D-E698327B3270}" srcOrd="0" destOrd="0" parTransId="{749F2FA7-0228-4940-A452-430B721CFED7}" sibTransId="{D601C985-1E29-4978-A1CE-FBF541893613}"/>
    <dgm:cxn modelId="{789391A8-E86C-45E5-9442-CAF46434E9AD}" srcId="{C2445A99-142C-4E8C-87D1-A2E2EB287FA8}" destId="{8299F9D3-CFFD-473E-BC0E-C99EFAADB634}" srcOrd="0" destOrd="0" parTransId="{F0731240-0DD2-4F7A-9844-4C1442D5EF5A}" sibTransId="{9759F692-17AD-4E5B-BFA3-F245CC9FD149}"/>
    <dgm:cxn modelId="{CF9DDAB7-3907-4BC8-8385-68B72401D851}" type="presOf" srcId="{417CB8FD-5D81-453A-8DD0-4EDF31180435}" destId="{50903A90-6D6B-453C-830B-07DC993DBB67}" srcOrd="0" destOrd="0" presId="urn:microsoft.com/office/officeart/2008/layout/LinedList"/>
    <dgm:cxn modelId="{802BD0BB-9952-4E44-8B25-BF4E47038BD2}" type="presOf" srcId="{6BFEDCE6-268B-48BE-B324-8DA63641EEE9}" destId="{69029B5C-3BC8-4A47-B5DE-8E0930BCF6AF}" srcOrd="0" destOrd="0" presId="urn:microsoft.com/office/officeart/2008/layout/LinedList"/>
    <dgm:cxn modelId="{C54DFAC5-7BF1-421C-9495-F50903FB60D2}" srcId="{417CB8FD-5D81-453A-8DD0-4EDF31180435}" destId="{6BFEDCE6-268B-48BE-B324-8DA63641EEE9}" srcOrd="3" destOrd="0" parTransId="{D34CF138-0885-465D-90EC-BBA618EDBB27}" sibTransId="{7B5ED7BF-1A93-4C60-9F79-B6A178F99545}"/>
    <dgm:cxn modelId="{4FE9A4C9-9AEC-4448-A82D-5C61A17FC7CC}" type="presOf" srcId="{81DF0384-39C5-4733-A8F1-63E4CDAF8B25}" destId="{CA941CE7-B52B-4AD8-A96D-3D9CC77733D4}" srcOrd="0" destOrd="0" presId="urn:microsoft.com/office/officeart/2008/layout/LinedList"/>
    <dgm:cxn modelId="{8F47A3DE-AB4D-476B-840A-04245A3D1614}" type="presOf" srcId="{D07186D5-9897-45EB-9667-763EA02C20A3}" destId="{DC52D183-19D3-4845-A94D-1A4BAD2D23B6}" srcOrd="0" destOrd="0" presId="urn:microsoft.com/office/officeart/2008/layout/LinedList"/>
    <dgm:cxn modelId="{3071660A-1B1A-41D9-A5EE-BFD9B0CDE1F0}" type="presParOf" srcId="{50903A90-6D6B-453C-830B-07DC993DBB67}" destId="{81983511-EAAA-4818-A6EA-764BC7C96322}" srcOrd="0" destOrd="0" presId="urn:microsoft.com/office/officeart/2008/layout/LinedList"/>
    <dgm:cxn modelId="{5476E7D8-FBF8-4F95-A57B-C03FEC3ABD16}" type="presParOf" srcId="{50903A90-6D6B-453C-830B-07DC993DBB67}" destId="{28E8C082-DDE1-4855-9587-E7191FBFDD20}" srcOrd="1" destOrd="0" presId="urn:microsoft.com/office/officeart/2008/layout/LinedList"/>
    <dgm:cxn modelId="{ACEE2C05-BB89-4E0E-9AE3-6125AD3B8FCB}" type="presParOf" srcId="{28E8C082-DDE1-4855-9587-E7191FBFDD20}" destId="{CA941CE7-B52B-4AD8-A96D-3D9CC77733D4}" srcOrd="0" destOrd="0" presId="urn:microsoft.com/office/officeart/2008/layout/LinedList"/>
    <dgm:cxn modelId="{3018A951-695C-4605-894B-643493324069}" type="presParOf" srcId="{28E8C082-DDE1-4855-9587-E7191FBFDD20}" destId="{1581C0DE-368C-42D9-8982-F07D83508B3E}" srcOrd="1" destOrd="0" presId="urn:microsoft.com/office/officeart/2008/layout/LinedList"/>
    <dgm:cxn modelId="{5DAF1E82-CB08-45D0-AC29-57DF8AEF5E13}" type="presParOf" srcId="{1581C0DE-368C-42D9-8982-F07D83508B3E}" destId="{22CDAB04-B405-4CBD-83BC-FA9F1BFE8411}" srcOrd="0" destOrd="0" presId="urn:microsoft.com/office/officeart/2008/layout/LinedList"/>
    <dgm:cxn modelId="{7458243C-FA0B-4F4D-A318-677C89B622C1}" type="presParOf" srcId="{1581C0DE-368C-42D9-8982-F07D83508B3E}" destId="{06FDD474-1D68-4FB1-A45B-818C53446BC6}" srcOrd="1" destOrd="0" presId="urn:microsoft.com/office/officeart/2008/layout/LinedList"/>
    <dgm:cxn modelId="{00C42173-10ED-4EF8-AE17-2BA7784FBDFE}" type="presParOf" srcId="{06FDD474-1D68-4FB1-A45B-818C53446BC6}" destId="{2A012CCD-6B19-4D86-92D0-88DD24C2CD84}" srcOrd="0" destOrd="0" presId="urn:microsoft.com/office/officeart/2008/layout/LinedList"/>
    <dgm:cxn modelId="{D1C422AB-57D6-4BFC-90A2-B6B80008723E}" type="presParOf" srcId="{06FDD474-1D68-4FB1-A45B-818C53446BC6}" destId="{356F560C-3012-4505-9C74-AA252B41B9DB}" srcOrd="1" destOrd="0" presId="urn:microsoft.com/office/officeart/2008/layout/LinedList"/>
    <dgm:cxn modelId="{5F5FB586-DA4A-4004-9260-8EDB4BDA7803}" type="presParOf" srcId="{06FDD474-1D68-4FB1-A45B-818C53446BC6}" destId="{09ECE7E6-4FD0-455E-8CD7-AC373E0E54F8}" srcOrd="2" destOrd="0" presId="urn:microsoft.com/office/officeart/2008/layout/LinedList"/>
    <dgm:cxn modelId="{8651B9A0-D2B8-481D-A9DF-9CCC04C220FD}" type="presParOf" srcId="{1581C0DE-368C-42D9-8982-F07D83508B3E}" destId="{6E5E075E-92D0-42C2-BB7A-C8C97BE77883}" srcOrd="2" destOrd="0" presId="urn:microsoft.com/office/officeart/2008/layout/LinedList"/>
    <dgm:cxn modelId="{4E156E32-1608-45AB-BF73-CDD76B810797}" type="presParOf" srcId="{1581C0DE-368C-42D9-8982-F07D83508B3E}" destId="{A255333C-06BD-40E4-B385-45848A638135}" srcOrd="3" destOrd="0" presId="urn:microsoft.com/office/officeart/2008/layout/LinedList"/>
    <dgm:cxn modelId="{EE2C9E9C-CAE6-4BBC-9209-862A1C2D2A57}" type="presParOf" srcId="{50903A90-6D6B-453C-830B-07DC993DBB67}" destId="{B98F67F4-BEF4-40CA-8B11-A52A12FC5BD6}" srcOrd="2" destOrd="0" presId="urn:microsoft.com/office/officeart/2008/layout/LinedList"/>
    <dgm:cxn modelId="{7D90EF98-8FC9-4E97-B481-D47BD7CDA6BC}" type="presParOf" srcId="{50903A90-6D6B-453C-830B-07DC993DBB67}" destId="{A6C74BEF-9D44-4EEA-BBE1-B75B42F86665}" srcOrd="3" destOrd="0" presId="urn:microsoft.com/office/officeart/2008/layout/LinedList"/>
    <dgm:cxn modelId="{C3E983E8-FBB5-4341-979C-7359CD44AE31}" type="presParOf" srcId="{A6C74BEF-9D44-4EEA-BBE1-B75B42F86665}" destId="{DC52D183-19D3-4845-A94D-1A4BAD2D23B6}" srcOrd="0" destOrd="0" presId="urn:microsoft.com/office/officeart/2008/layout/LinedList"/>
    <dgm:cxn modelId="{DD130727-D691-4C52-B1CF-F331E197AF84}" type="presParOf" srcId="{A6C74BEF-9D44-4EEA-BBE1-B75B42F86665}" destId="{E81E2612-0F42-4FC1-BA13-5460DC6F79E9}" srcOrd="1" destOrd="0" presId="urn:microsoft.com/office/officeart/2008/layout/LinedList"/>
    <dgm:cxn modelId="{D7051B1F-B1B3-4516-95D3-A11EF98D5B9F}" type="presParOf" srcId="{E81E2612-0F42-4FC1-BA13-5460DC6F79E9}" destId="{897BB732-2637-4007-826B-2CF6C4235E68}" srcOrd="0" destOrd="0" presId="urn:microsoft.com/office/officeart/2008/layout/LinedList"/>
    <dgm:cxn modelId="{B8B2864A-1B3D-425B-9F5C-3D003FD39A99}" type="presParOf" srcId="{E81E2612-0F42-4FC1-BA13-5460DC6F79E9}" destId="{6BC321AB-7FAE-4CB9-884D-571E9ACDBEA0}" srcOrd="1" destOrd="0" presId="urn:microsoft.com/office/officeart/2008/layout/LinedList"/>
    <dgm:cxn modelId="{F8E76E7C-CBC5-45D5-87E8-3B972F8D3849}" type="presParOf" srcId="{6BC321AB-7FAE-4CB9-884D-571E9ACDBEA0}" destId="{F46E7737-835B-4D24-B11D-3D7829A6D492}" srcOrd="0" destOrd="0" presId="urn:microsoft.com/office/officeart/2008/layout/LinedList"/>
    <dgm:cxn modelId="{7D360E64-AE76-46F4-9E05-A0E0713BD026}" type="presParOf" srcId="{6BC321AB-7FAE-4CB9-884D-571E9ACDBEA0}" destId="{9B944F96-A945-4767-8EAE-6A6C5267282F}" srcOrd="1" destOrd="0" presId="urn:microsoft.com/office/officeart/2008/layout/LinedList"/>
    <dgm:cxn modelId="{90E647AA-08F2-448C-97FF-DA823DDB07AE}" type="presParOf" srcId="{6BC321AB-7FAE-4CB9-884D-571E9ACDBEA0}" destId="{C6E828B5-7992-4C07-BDAC-DFF9357AED76}" srcOrd="2" destOrd="0" presId="urn:microsoft.com/office/officeart/2008/layout/LinedList"/>
    <dgm:cxn modelId="{DA6DE6FF-A7E5-40EB-A52D-EC491D6151C3}" type="presParOf" srcId="{E81E2612-0F42-4FC1-BA13-5460DC6F79E9}" destId="{CE73638D-6A9C-4B34-ABF1-F7DDEE76781B}" srcOrd="2" destOrd="0" presId="urn:microsoft.com/office/officeart/2008/layout/LinedList"/>
    <dgm:cxn modelId="{90A70642-755E-4F06-9F30-43C517EDF76E}" type="presParOf" srcId="{E81E2612-0F42-4FC1-BA13-5460DC6F79E9}" destId="{A5DAF7E9-0163-4C23-97D0-B5C936E9B03F}" srcOrd="3" destOrd="0" presId="urn:microsoft.com/office/officeart/2008/layout/LinedList"/>
    <dgm:cxn modelId="{252154DF-63D4-4F23-BB9B-A41F38EF5C00}" type="presParOf" srcId="{50903A90-6D6B-453C-830B-07DC993DBB67}" destId="{57C116D1-7779-47D6-A8C5-A29CC586D85B}" srcOrd="4" destOrd="0" presId="urn:microsoft.com/office/officeart/2008/layout/LinedList"/>
    <dgm:cxn modelId="{977EBF3B-3D30-4572-B165-3A50737620A8}" type="presParOf" srcId="{50903A90-6D6B-453C-830B-07DC993DBB67}" destId="{15A44A5E-133B-464F-B416-195FBF201B38}" srcOrd="5" destOrd="0" presId="urn:microsoft.com/office/officeart/2008/layout/LinedList"/>
    <dgm:cxn modelId="{9BC03512-049B-43B7-A840-85180712FA30}" type="presParOf" srcId="{15A44A5E-133B-464F-B416-195FBF201B38}" destId="{C7FA65DE-60CB-4367-80E7-355C280E5DBE}" srcOrd="0" destOrd="0" presId="urn:microsoft.com/office/officeart/2008/layout/LinedList"/>
    <dgm:cxn modelId="{80B654F8-3B2A-4C3A-BF9A-16E45F0E734F}" type="presParOf" srcId="{15A44A5E-133B-464F-B416-195FBF201B38}" destId="{373C6667-E5DC-4F91-9ABB-D14E3C22CE62}" srcOrd="1" destOrd="0" presId="urn:microsoft.com/office/officeart/2008/layout/LinedList"/>
    <dgm:cxn modelId="{7C7228F3-150A-4AC6-9657-23A5BC8B5382}" type="presParOf" srcId="{373C6667-E5DC-4F91-9ABB-D14E3C22CE62}" destId="{D96AE6EC-061A-4D9D-9319-CC293033967C}" srcOrd="0" destOrd="0" presId="urn:microsoft.com/office/officeart/2008/layout/LinedList"/>
    <dgm:cxn modelId="{00E4468A-74C9-4315-A712-5F4A1EF05416}" type="presParOf" srcId="{373C6667-E5DC-4F91-9ABB-D14E3C22CE62}" destId="{5C7D9CC8-B995-4648-B29A-5219F9DFA251}" srcOrd="1" destOrd="0" presId="urn:microsoft.com/office/officeart/2008/layout/LinedList"/>
    <dgm:cxn modelId="{EE6231F7-48A4-4F37-9C28-5558720E8102}" type="presParOf" srcId="{5C7D9CC8-B995-4648-B29A-5219F9DFA251}" destId="{B474A9AF-2516-42B9-90B8-EC121554C174}" srcOrd="0" destOrd="0" presId="urn:microsoft.com/office/officeart/2008/layout/LinedList"/>
    <dgm:cxn modelId="{F3906803-5B57-4854-9E1D-CA242E687A62}" type="presParOf" srcId="{5C7D9CC8-B995-4648-B29A-5219F9DFA251}" destId="{669C4BA6-5E47-4602-9CFF-2C1DB79C13AB}" srcOrd="1" destOrd="0" presId="urn:microsoft.com/office/officeart/2008/layout/LinedList"/>
    <dgm:cxn modelId="{F5CFA859-64C4-4502-8EB2-B2A388E4AB01}" type="presParOf" srcId="{5C7D9CC8-B995-4648-B29A-5219F9DFA251}" destId="{C4757490-F1E8-404A-B771-9E6A66DD816C}" srcOrd="2" destOrd="0" presId="urn:microsoft.com/office/officeart/2008/layout/LinedList"/>
    <dgm:cxn modelId="{0BA469E9-BC16-4D5B-BF54-FFBB79EC2B5A}" type="presParOf" srcId="{373C6667-E5DC-4F91-9ABB-D14E3C22CE62}" destId="{9BB3E262-93B2-40FB-9058-7A96DE81F618}" srcOrd="2" destOrd="0" presId="urn:microsoft.com/office/officeart/2008/layout/LinedList"/>
    <dgm:cxn modelId="{CC7EB335-8A1A-4786-A854-7856D8D3566E}" type="presParOf" srcId="{373C6667-E5DC-4F91-9ABB-D14E3C22CE62}" destId="{AFCDAC4F-6DAD-4B55-B89D-E0BBB2F17A50}" srcOrd="3" destOrd="0" presId="urn:microsoft.com/office/officeart/2008/layout/LinedList"/>
    <dgm:cxn modelId="{01DE6EDD-2B44-4FB3-9790-3CD2FD04E8DE}" type="presParOf" srcId="{50903A90-6D6B-453C-830B-07DC993DBB67}" destId="{8D224FDB-7791-445B-8690-2B06FDEDE07F}" srcOrd="6" destOrd="0" presId="urn:microsoft.com/office/officeart/2008/layout/LinedList"/>
    <dgm:cxn modelId="{DDA6BF0E-1D69-491C-B53D-4CA2DE9EB625}" type="presParOf" srcId="{50903A90-6D6B-453C-830B-07DC993DBB67}" destId="{621F742A-78D0-4C2A-8148-60D0F818076F}" srcOrd="7" destOrd="0" presId="urn:microsoft.com/office/officeart/2008/layout/LinedList"/>
    <dgm:cxn modelId="{1A667CAC-C6AF-4CF6-977C-20497C420716}" type="presParOf" srcId="{621F742A-78D0-4C2A-8148-60D0F818076F}" destId="{69029B5C-3BC8-4A47-B5DE-8E0930BCF6AF}" srcOrd="0" destOrd="0" presId="urn:microsoft.com/office/officeart/2008/layout/LinedList"/>
    <dgm:cxn modelId="{5A3ED19D-D8F3-43F5-B071-C2C5780D19F6}" type="presParOf" srcId="{621F742A-78D0-4C2A-8148-60D0F818076F}" destId="{E525E7FE-1A44-4316-91D9-1D92E1E62E4A}" srcOrd="1" destOrd="0" presId="urn:microsoft.com/office/officeart/2008/layout/LinedList"/>
    <dgm:cxn modelId="{BD7B5BFD-2272-43C7-8E67-8CA1B1EBD878}" type="presParOf" srcId="{E525E7FE-1A44-4316-91D9-1D92E1E62E4A}" destId="{8ACE624B-B7E7-4DBE-8786-9CA12EED7C21}" srcOrd="0" destOrd="0" presId="urn:microsoft.com/office/officeart/2008/layout/LinedList"/>
    <dgm:cxn modelId="{41B62CBF-59D9-4146-9D76-53FF395CDDD0}" type="presParOf" srcId="{E525E7FE-1A44-4316-91D9-1D92E1E62E4A}" destId="{C101BCE7-A0F5-4910-AD43-2191941D9187}" srcOrd="1" destOrd="0" presId="urn:microsoft.com/office/officeart/2008/layout/LinedList"/>
    <dgm:cxn modelId="{C828CE6F-EDE9-4773-AACF-58ECFEF88CF6}" type="presParOf" srcId="{C101BCE7-A0F5-4910-AD43-2191941D9187}" destId="{DA9B2B75-E13E-47B8-BD7A-9BD69E9128D4}" srcOrd="0" destOrd="0" presId="urn:microsoft.com/office/officeart/2008/layout/LinedList"/>
    <dgm:cxn modelId="{8BEFD696-FAF6-44AA-BF06-5E275289F847}" type="presParOf" srcId="{C101BCE7-A0F5-4910-AD43-2191941D9187}" destId="{657D7680-DC7B-4E13-861A-127189D74B30}" srcOrd="1" destOrd="0" presId="urn:microsoft.com/office/officeart/2008/layout/LinedList"/>
    <dgm:cxn modelId="{19EA7124-F4D5-4326-A82E-8FAF13CF58B9}" type="presParOf" srcId="{C101BCE7-A0F5-4910-AD43-2191941D9187}" destId="{8A07723B-752B-4598-97AD-3ADF98659466}" srcOrd="2" destOrd="0" presId="urn:microsoft.com/office/officeart/2008/layout/LinedList"/>
    <dgm:cxn modelId="{D43AB576-9791-43CC-9B2F-CCF29AC159AD}" type="presParOf" srcId="{E525E7FE-1A44-4316-91D9-1D92E1E62E4A}" destId="{DDB5BDC1-652D-423E-8724-86B1BB8EDCA7}" srcOrd="2" destOrd="0" presId="urn:microsoft.com/office/officeart/2008/layout/LinedList"/>
    <dgm:cxn modelId="{92ADD530-DB03-4EA5-94CA-9786495914F7}" type="presParOf" srcId="{E525E7FE-1A44-4316-91D9-1D92E1E62E4A}" destId="{36FE4923-4D0B-410E-9EDE-0554712E42FC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17CB8FD-5D81-453A-8DD0-4EDF3118043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81DF0384-39C5-4733-A8F1-63E4CDAF8B25}">
      <dgm:prSet/>
      <dgm:spPr/>
      <dgm:t>
        <a:bodyPr/>
        <a:lstStyle/>
        <a:p>
          <a:r>
            <a:rPr lang="ru-RU" dirty="0" err="1"/>
            <a:t>Досліджено</a:t>
          </a:r>
          <a:r>
            <a:rPr lang="ru-RU" dirty="0"/>
            <a:t> та доведено </a:t>
          </a:r>
          <a:r>
            <a:rPr lang="ru-RU" dirty="0" err="1"/>
            <a:t>перевагу</a:t>
          </a:r>
          <a:r>
            <a:rPr lang="ru-RU" dirty="0"/>
            <a:t> </a:t>
          </a:r>
          <a:r>
            <a:rPr lang="ru-RU" dirty="0" err="1"/>
            <a:t>поєднання</a:t>
          </a:r>
          <a:r>
            <a:rPr lang="ru-RU" dirty="0"/>
            <a:t> LLM та </a:t>
          </a:r>
          <a:r>
            <a:rPr lang="ru-RU" dirty="0" err="1"/>
            <a:t>технології</a:t>
          </a:r>
          <a:r>
            <a:rPr lang="ru-RU" dirty="0"/>
            <a:t> RAG для </a:t>
          </a:r>
          <a:r>
            <a:rPr lang="ru-RU" dirty="0" err="1"/>
            <a:t>автоматизації</a:t>
          </a:r>
          <a:r>
            <a:rPr lang="ru-RU" dirty="0"/>
            <a:t> </a:t>
          </a:r>
          <a:r>
            <a:rPr lang="ru-RU" dirty="0" err="1"/>
            <a:t>готельного</a:t>
          </a:r>
          <a:r>
            <a:rPr lang="ru-RU" dirty="0"/>
            <a:t> </a:t>
          </a:r>
          <a:r>
            <a:rPr lang="ru-RU" dirty="0" err="1"/>
            <a:t>адміністратора</a:t>
          </a:r>
          <a:r>
            <a:rPr lang="ru-RU" dirty="0"/>
            <a:t>.</a:t>
          </a:r>
          <a:endParaRPr lang="uk-UA" dirty="0"/>
        </a:p>
      </dgm:t>
    </dgm:pt>
    <dgm:pt modelId="{D1856DC2-6D33-4C75-940B-C4CE13C8F371}" type="parTrans" cxnId="{3560C443-8447-4311-AF7E-6AEF1C87C785}">
      <dgm:prSet/>
      <dgm:spPr/>
      <dgm:t>
        <a:bodyPr/>
        <a:lstStyle/>
        <a:p>
          <a:endParaRPr lang="uk-UA"/>
        </a:p>
      </dgm:t>
    </dgm:pt>
    <dgm:pt modelId="{2BBA8CC6-1A05-4748-AA9B-A33DB6BAE21D}" type="sibTrans" cxnId="{3560C443-8447-4311-AF7E-6AEF1C87C785}">
      <dgm:prSet/>
      <dgm:spPr/>
      <dgm:t>
        <a:bodyPr/>
        <a:lstStyle/>
        <a:p>
          <a:endParaRPr lang="uk-UA"/>
        </a:p>
      </dgm:t>
    </dgm:pt>
    <dgm:pt modelId="{953F9286-21ED-4379-AC74-977DA73CA489}">
      <dgm:prSet/>
      <dgm:spPr/>
      <dgm:t>
        <a:bodyPr/>
        <a:lstStyle/>
        <a:p>
          <a:pPr>
            <a:buNone/>
          </a:pPr>
          <a:r>
            <a:rPr lang="uk-UA" dirty="0" err="1"/>
            <a:t>Спроектовано</a:t>
          </a:r>
          <a:r>
            <a:rPr lang="uk-UA" dirty="0"/>
            <a:t> модульну систему</a:t>
          </a:r>
          <a:r>
            <a:rPr lang="en-US" dirty="0"/>
            <a:t>, </a:t>
          </a:r>
          <a:r>
            <a:rPr lang="uk-UA" dirty="0"/>
            <a:t>яка забезпечує безшовну інтеграцію ШІ-</a:t>
          </a:r>
          <a:r>
            <a:rPr lang="uk-UA" dirty="0" err="1"/>
            <a:t>агента</a:t>
          </a:r>
          <a:r>
            <a:rPr lang="uk-UA" dirty="0"/>
            <a:t> з готельними базами даних.</a:t>
          </a:r>
        </a:p>
      </dgm:t>
    </dgm:pt>
    <dgm:pt modelId="{C7ED7279-777B-4F98-BB2F-289CB71135F2}" type="parTrans" cxnId="{3132175F-7844-400B-A80F-13CBD84E1AA5}">
      <dgm:prSet/>
      <dgm:spPr/>
      <dgm:t>
        <a:bodyPr/>
        <a:lstStyle/>
        <a:p>
          <a:endParaRPr lang="uk-UA"/>
        </a:p>
      </dgm:t>
    </dgm:pt>
    <dgm:pt modelId="{8F73BDBD-3E1A-426D-9FF7-D6FA71DF403E}" type="sibTrans" cxnId="{3132175F-7844-400B-A80F-13CBD84E1AA5}">
      <dgm:prSet/>
      <dgm:spPr/>
      <dgm:t>
        <a:bodyPr/>
        <a:lstStyle/>
        <a:p>
          <a:endParaRPr lang="uk-UA"/>
        </a:p>
      </dgm:t>
    </dgm:pt>
    <dgm:pt modelId="{2D0A7BA2-C575-4A06-BFF2-D20C17250C1A}">
      <dgm:prSet/>
      <dgm:spPr/>
      <dgm:t>
        <a:bodyPr/>
        <a:lstStyle/>
        <a:p>
          <a:pPr>
            <a:buNone/>
          </a:pPr>
          <a:r>
            <a:rPr lang="uk-UA" b="0" dirty="0"/>
            <a:t>Експериментальне тестування прототипу показало точність розпізнавання намірів клієнтів на рівні 94.8% для бронювання та успішне виконання сценаріїв бронювання без втручання людини.</a:t>
          </a:r>
        </a:p>
      </dgm:t>
    </dgm:pt>
    <dgm:pt modelId="{E5CEF490-1842-46ED-BCE1-7BA11EE8CAE1}" type="parTrans" cxnId="{E8B059E9-BD4E-4225-9F04-0CC4A557C5A9}">
      <dgm:prSet/>
      <dgm:spPr/>
      <dgm:t>
        <a:bodyPr/>
        <a:lstStyle/>
        <a:p>
          <a:endParaRPr lang="uk-UA"/>
        </a:p>
      </dgm:t>
    </dgm:pt>
    <dgm:pt modelId="{FF8A163E-5553-4539-A13F-6B337A98A57C}" type="sibTrans" cxnId="{E8B059E9-BD4E-4225-9F04-0CC4A557C5A9}">
      <dgm:prSet/>
      <dgm:spPr/>
      <dgm:t>
        <a:bodyPr/>
        <a:lstStyle/>
        <a:p>
          <a:endParaRPr lang="uk-UA"/>
        </a:p>
      </dgm:t>
    </dgm:pt>
    <dgm:pt modelId="{908FD851-AAC4-426F-AEBC-5218ED2638E4}">
      <dgm:prSet/>
      <dgm:spPr/>
      <dgm:t>
        <a:bodyPr/>
        <a:lstStyle/>
        <a:p>
          <a:pPr>
            <a:buNone/>
          </a:pPr>
          <a:r>
            <a:rPr lang="ru-RU" dirty="0" err="1"/>
            <a:t>Реалізація</a:t>
          </a:r>
          <a:r>
            <a:rPr lang="ru-RU" dirty="0"/>
            <a:t> </a:t>
          </a:r>
          <a:r>
            <a:rPr lang="ru-RU" dirty="0" err="1"/>
            <a:t>системи</a:t>
          </a:r>
          <a:r>
            <a:rPr lang="ru-RU" dirty="0"/>
            <a:t> в локальному </a:t>
          </a:r>
          <a:r>
            <a:rPr lang="ru-RU" dirty="0" err="1"/>
            <a:t>контурі</a:t>
          </a:r>
          <a:r>
            <a:rPr lang="ru-RU" dirty="0"/>
            <a:t> </a:t>
          </a:r>
          <a:r>
            <a:rPr lang="ru-RU" dirty="0" err="1"/>
            <a:t>повністю</a:t>
          </a:r>
          <a:r>
            <a:rPr lang="ru-RU" dirty="0"/>
            <a:t> </a:t>
          </a:r>
          <a:r>
            <a:rPr lang="ru-RU" dirty="0" err="1"/>
            <a:t>усуває</a:t>
          </a:r>
          <a:r>
            <a:rPr lang="ru-RU" dirty="0"/>
            <a:t> </a:t>
          </a:r>
          <a:r>
            <a:rPr lang="ru-RU" dirty="0" err="1"/>
            <a:t>ризики</a:t>
          </a:r>
          <a:r>
            <a:rPr lang="ru-RU" dirty="0"/>
            <a:t> </a:t>
          </a:r>
          <a:r>
            <a:rPr lang="ru-RU" dirty="0" err="1"/>
            <a:t>передачі</a:t>
          </a:r>
          <a:r>
            <a:rPr lang="ru-RU" dirty="0"/>
            <a:t> </a:t>
          </a:r>
          <a:r>
            <a:rPr lang="ru-RU" dirty="0" err="1"/>
            <a:t>конфіденційних</a:t>
          </a:r>
          <a:r>
            <a:rPr lang="ru-RU" dirty="0"/>
            <a:t> </a:t>
          </a:r>
          <a:r>
            <a:rPr lang="ru-RU" dirty="0" err="1"/>
            <a:t>даних</a:t>
          </a:r>
          <a:r>
            <a:rPr lang="ru-RU" dirty="0"/>
            <a:t> гостей </a:t>
          </a:r>
          <a:r>
            <a:rPr lang="ru-RU" dirty="0" err="1"/>
            <a:t>стороннім</a:t>
          </a:r>
          <a:r>
            <a:rPr lang="ru-RU" dirty="0"/>
            <a:t> </a:t>
          </a:r>
          <a:r>
            <a:rPr lang="ru-RU" dirty="0" err="1"/>
            <a:t>хмарним</a:t>
          </a:r>
          <a:r>
            <a:rPr lang="ru-RU" dirty="0"/>
            <a:t> провайдерам.</a:t>
          </a:r>
        </a:p>
      </dgm:t>
    </dgm:pt>
    <dgm:pt modelId="{28C8B4A6-B15D-43B4-909C-1B73E6A8E0B9}" type="parTrans" cxnId="{CD71F8BD-A163-4ACB-A688-206BEC9108E1}">
      <dgm:prSet/>
      <dgm:spPr/>
      <dgm:t>
        <a:bodyPr/>
        <a:lstStyle/>
        <a:p>
          <a:endParaRPr lang="uk-UA"/>
        </a:p>
      </dgm:t>
    </dgm:pt>
    <dgm:pt modelId="{8A15EB13-0555-4055-B1B2-A66A689C02EE}" type="sibTrans" cxnId="{CD71F8BD-A163-4ACB-A688-206BEC9108E1}">
      <dgm:prSet/>
      <dgm:spPr/>
      <dgm:t>
        <a:bodyPr/>
        <a:lstStyle/>
        <a:p>
          <a:endParaRPr lang="uk-UA"/>
        </a:p>
      </dgm:t>
    </dgm:pt>
    <dgm:pt modelId="{50903A90-6D6B-453C-830B-07DC993DBB67}" type="pres">
      <dgm:prSet presAssocID="{417CB8FD-5D81-453A-8DD0-4EDF31180435}" presName="vert0" presStyleCnt="0">
        <dgm:presLayoutVars>
          <dgm:dir/>
          <dgm:animOne val="branch"/>
          <dgm:animLvl val="lvl"/>
        </dgm:presLayoutVars>
      </dgm:prSet>
      <dgm:spPr/>
    </dgm:pt>
    <dgm:pt modelId="{81983511-EAAA-4818-A6EA-764BC7C96322}" type="pres">
      <dgm:prSet presAssocID="{81DF0384-39C5-4733-A8F1-63E4CDAF8B25}" presName="thickLine" presStyleLbl="alignNode1" presStyleIdx="0" presStyleCnt="4"/>
      <dgm:spPr/>
    </dgm:pt>
    <dgm:pt modelId="{28E8C082-DDE1-4855-9587-E7191FBFDD20}" type="pres">
      <dgm:prSet presAssocID="{81DF0384-39C5-4733-A8F1-63E4CDAF8B25}" presName="horz1" presStyleCnt="0"/>
      <dgm:spPr/>
    </dgm:pt>
    <dgm:pt modelId="{CA941CE7-B52B-4AD8-A96D-3D9CC77733D4}" type="pres">
      <dgm:prSet presAssocID="{81DF0384-39C5-4733-A8F1-63E4CDAF8B25}" presName="tx1" presStyleLbl="revTx" presStyleIdx="0" presStyleCnt="4"/>
      <dgm:spPr/>
    </dgm:pt>
    <dgm:pt modelId="{1581C0DE-368C-42D9-8982-F07D83508B3E}" type="pres">
      <dgm:prSet presAssocID="{81DF0384-39C5-4733-A8F1-63E4CDAF8B25}" presName="vert1" presStyleCnt="0"/>
      <dgm:spPr/>
    </dgm:pt>
    <dgm:pt modelId="{B562CA12-A373-487A-A636-EC8532D2083C}" type="pres">
      <dgm:prSet presAssocID="{953F9286-21ED-4379-AC74-977DA73CA489}" presName="thickLine" presStyleLbl="alignNode1" presStyleIdx="1" presStyleCnt="4"/>
      <dgm:spPr/>
    </dgm:pt>
    <dgm:pt modelId="{B6C10617-5CD2-4D8C-93F7-6BC97B862A32}" type="pres">
      <dgm:prSet presAssocID="{953F9286-21ED-4379-AC74-977DA73CA489}" presName="horz1" presStyleCnt="0"/>
      <dgm:spPr/>
    </dgm:pt>
    <dgm:pt modelId="{2172B945-2FCA-4DA7-ACC5-ADF82FE5DA48}" type="pres">
      <dgm:prSet presAssocID="{953F9286-21ED-4379-AC74-977DA73CA489}" presName="tx1" presStyleLbl="revTx" presStyleIdx="1" presStyleCnt="4"/>
      <dgm:spPr/>
    </dgm:pt>
    <dgm:pt modelId="{4CBA1792-B696-45F4-A804-0AFF0241B847}" type="pres">
      <dgm:prSet presAssocID="{953F9286-21ED-4379-AC74-977DA73CA489}" presName="vert1" presStyleCnt="0"/>
      <dgm:spPr/>
    </dgm:pt>
    <dgm:pt modelId="{7E1610D7-F90F-4D36-BB2F-819E3146ABCF}" type="pres">
      <dgm:prSet presAssocID="{2D0A7BA2-C575-4A06-BFF2-D20C17250C1A}" presName="thickLine" presStyleLbl="alignNode1" presStyleIdx="2" presStyleCnt="4"/>
      <dgm:spPr/>
    </dgm:pt>
    <dgm:pt modelId="{7067A340-11DD-4AAD-AFD0-7850F0666633}" type="pres">
      <dgm:prSet presAssocID="{2D0A7BA2-C575-4A06-BFF2-D20C17250C1A}" presName="horz1" presStyleCnt="0"/>
      <dgm:spPr/>
    </dgm:pt>
    <dgm:pt modelId="{9D74DB84-D216-4A84-8D01-987154FDDC8E}" type="pres">
      <dgm:prSet presAssocID="{2D0A7BA2-C575-4A06-BFF2-D20C17250C1A}" presName="tx1" presStyleLbl="revTx" presStyleIdx="2" presStyleCnt="4"/>
      <dgm:spPr/>
    </dgm:pt>
    <dgm:pt modelId="{3972CA97-C5AB-42A6-BF3C-7D9946DADD62}" type="pres">
      <dgm:prSet presAssocID="{2D0A7BA2-C575-4A06-BFF2-D20C17250C1A}" presName="vert1" presStyleCnt="0"/>
      <dgm:spPr/>
    </dgm:pt>
    <dgm:pt modelId="{1C7C2282-8AF0-452C-A57E-B2C9C689A5F4}" type="pres">
      <dgm:prSet presAssocID="{908FD851-AAC4-426F-AEBC-5218ED2638E4}" presName="thickLine" presStyleLbl="alignNode1" presStyleIdx="3" presStyleCnt="4"/>
      <dgm:spPr/>
    </dgm:pt>
    <dgm:pt modelId="{0BAB352F-4F86-46C1-B221-3B8172691DF5}" type="pres">
      <dgm:prSet presAssocID="{908FD851-AAC4-426F-AEBC-5218ED2638E4}" presName="horz1" presStyleCnt="0"/>
      <dgm:spPr/>
    </dgm:pt>
    <dgm:pt modelId="{66BCAA09-A749-43EF-B257-08C68C775A11}" type="pres">
      <dgm:prSet presAssocID="{908FD851-AAC4-426F-AEBC-5218ED2638E4}" presName="tx1" presStyleLbl="revTx" presStyleIdx="3" presStyleCnt="4"/>
      <dgm:spPr/>
    </dgm:pt>
    <dgm:pt modelId="{2A7FD6DB-6336-4242-BC8D-77FE8B158616}" type="pres">
      <dgm:prSet presAssocID="{908FD851-AAC4-426F-AEBC-5218ED2638E4}" presName="vert1" presStyleCnt="0"/>
      <dgm:spPr/>
    </dgm:pt>
  </dgm:ptLst>
  <dgm:cxnLst>
    <dgm:cxn modelId="{D602555D-AEA0-4D60-A21C-8ABF7E60B7F6}" type="presOf" srcId="{81DF0384-39C5-4733-A8F1-63E4CDAF8B25}" destId="{CA941CE7-B52B-4AD8-A96D-3D9CC77733D4}" srcOrd="0" destOrd="0" presId="urn:microsoft.com/office/officeart/2008/layout/LinedList"/>
    <dgm:cxn modelId="{3132175F-7844-400B-A80F-13CBD84E1AA5}" srcId="{417CB8FD-5D81-453A-8DD0-4EDF31180435}" destId="{953F9286-21ED-4379-AC74-977DA73CA489}" srcOrd="1" destOrd="0" parTransId="{C7ED7279-777B-4F98-BB2F-289CB71135F2}" sibTransId="{8F73BDBD-3E1A-426D-9FF7-D6FA71DF403E}"/>
    <dgm:cxn modelId="{3560C443-8447-4311-AF7E-6AEF1C87C785}" srcId="{417CB8FD-5D81-453A-8DD0-4EDF31180435}" destId="{81DF0384-39C5-4733-A8F1-63E4CDAF8B25}" srcOrd="0" destOrd="0" parTransId="{D1856DC2-6D33-4C75-940B-C4CE13C8F371}" sibTransId="{2BBA8CC6-1A05-4748-AA9B-A33DB6BAE21D}"/>
    <dgm:cxn modelId="{26DC194F-3EB2-443B-8A14-8C3762FB3E8D}" type="presOf" srcId="{953F9286-21ED-4379-AC74-977DA73CA489}" destId="{2172B945-2FCA-4DA7-ACC5-ADF82FE5DA48}" srcOrd="0" destOrd="0" presId="urn:microsoft.com/office/officeart/2008/layout/LinedList"/>
    <dgm:cxn modelId="{ACCF1673-B536-4B40-A091-934310F28DBE}" type="presOf" srcId="{908FD851-AAC4-426F-AEBC-5218ED2638E4}" destId="{66BCAA09-A749-43EF-B257-08C68C775A11}" srcOrd="0" destOrd="0" presId="urn:microsoft.com/office/officeart/2008/layout/LinedList"/>
    <dgm:cxn modelId="{838BEBB2-AA06-4C86-93A4-CDF21F4AD86D}" type="presOf" srcId="{2D0A7BA2-C575-4A06-BFF2-D20C17250C1A}" destId="{9D74DB84-D216-4A84-8D01-987154FDDC8E}" srcOrd="0" destOrd="0" presId="urn:microsoft.com/office/officeart/2008/layout/LinedList"/>
    <dgm:cxn modelId="{CF9DDAB7-3907-4BC8-8385-68B72401D851}" type="presOf" srcId="{417CB8FD-5D81-453A-8DD0-4EDF31180435}" destId="{50903A90-6D6B-453C-830B-07DC993DBB67}" srcOrd="0" destOrd="0" presId="urn:microsoft.com/office/officeart/2008/layout/LinedList"/>
    <dgm:cxn modelId="{CD71F8BD-A163-4ACB-A688-206BEC9108E1}" srcId="{417CB8FD-5D81-453A-8DD0-4EDF31180435}" destId="{908FD851-AAC4-426F-AEBC-5218ED2638E4}" srcOrd="3" destOrd="0" parTransId="{28C8B4A6-B15D-43B4-909C-1B73E6A8E0B9}" sibTransId="{8A15EB13-0555-4055-B1B2-A66A689C02EE}"/>
    <dgm:cxn modelId="{E8B059E9-BD4E-4225-9F04-0CC4A557C5A9}" srcId="{417CB8FD-5D81-453A-8DD0-4EDF31180435}" destId="{2D0A7BA2-C575-4A06-BFF2-D20C17250C1A}" srcOrd="2" destOrd="0" parTransId="{E5CEF490-1842-46ED-BCE1-7BA11EE8CAE1}" sibTransId="{FF8A163E-5553-4539-A13F-6B337A98A57C}"/>
    <dgm:cxn modelId="{71A50B08-615E-46CA-910E-9D7C808FD0A7}" type="presParOf" srcId="{50903A90-6D6B-453C-830B-07DC993DBB67}" destId="{81983511-EAAA-4818-A6EA-764BC7C96322}" srcOrd="0" destOrd="0" presId="urn:microsoft.com/office/officeart/2008/layout/LinedList"/>
    <dgm:cxn modelId="{355A3F0B-89E5-4AF5-9BA2-975108CBB2BF}" type="presParOf" srcId="{50903A90-6D6B-453C-830B-07DC993DBB67}" destId="{28E8C082-DDE1-4855-9587-E7191FBFDD20}" srcOrd="1" destOrd="0" presId="urn:microsoft.com/office/officeart/2008/layout/LinedList"/>
    <dgm:cxn modelId="{DAA0B396-B205-48C6-B7E0-F854C7B17DE7}" type="presParOf" srcId="{28E8C082-DDE1-4855-9587-E7191FBFDD20}" destId="{CA941CE7-B52B-4AD8-A96D-3D9CC77733D4}" srcOrd="0" destOrd="0" presId="urn:microsoft.com/office/officeart/2008/layout/LinedList"/>
    <dgm:cxn modelId="{3DFA7E6B-166D-4398-A47F-0F7494E97DF5}" type="presParOf" srcId="{28E8C082-DDE1-4855-9587-E7191FBFDD20}" destId="{1581C0DE-368C-42D9-8982-F07D83508B3E}" srcOrd="1" destOrd="0" presId="urn:microsoft.com/office/officeart/2008/layout/LinedList"/>
    <dgm:cxn modelId="{A1B4EDAA-CB1C-4CA1-9F77-86BDA492A8EB}" type="presParOf" srcId="{50903A90-6D6B-453C-830B-07DC993DBB67}" destId="{B562CA12-A373-487A-A636-EC8532D2083C}" srcOrd="2" destOrd="0" presId="urn:microsoft.com/office/officeart/2008/layout/LinedList"/>
    <dgm:cxn modelId="{85BDA463-C4F7-4FEB-BAC1-05F1F7E85030}" type="presParOf" srcId="{50903A90-6D6B-453C-830B-07DC993DBB67}" destId="{B6C10617-5CD2-4D8C-93F7-6BC97B862A32}" srcOrd="3" destOrd="0" presId="urn:microsoft.com/office/officeart/2008/layout/LinedList"/>
    <dgm:cxn modelId="{B3648965-37F9-4B2C-A215-247D22448BA2}" type="presParOf" srcId="{B6C10617-5CD2-4D8C-93F7-6BC97B862A32}" destId="{2172B945-2FCA-4DA7-ACC5-ADF82FE5DA48}" srcOrd="0" destOrd="0" presId="urn:microsoft.com/office/officeart/2008/layout/LinedList"/>
    <dgm:cxn modelId="{092D588A-7335-401C-BD5E-244417835805}" type="presParOf" srcId="{B6C10617-5CD2-4D8C-93F7-6BC97B862A32}" destId="{4CBA1792-B696-45F4-A804-0AFF0241B847}" srcOrd="1" destOrd="0" presId="urn:microsoft.com/office/officeart/2008/layout/LinedList"/>
    <dgm:cxn modelId="{7EB4A264-8467-46C2-A56C-B6FD924AD81C}" type="presParOf" srcId="{50903A90-6D6B-453C-830B-07DC993DBB67}" destId="{7E1610D7-F90F-4D36-BB2F-819E3146ABCF}" srcOrd="4" destOrd="0" presId="urn:microsoft.com/office/officeart/2008/layout/LinedList"/>
    <dgm:cxn modelId="{40842029-79DE-4787-A704-F9DE333106F6}" type="presParOf" srcId="{50903A90-6D6B-453C-830B-07DC993DBB67}" destId="{7067A340-11DD-4AAD-AFD0-7850F0666633}" srcOrd="5" destOrd="0" presId="urn:microsoft.com/office/officeart/2008/layout/LinedList"/>
    <dgm:cxn modelId="{014C5327-F580-4BE6-AC68-51B69F485222}" type="presParOf" srcId="{7067A340-11DD-4AAD-AFD0-7850F0666633}" destId="{9D74DB84-D216-4A84-8D01-987154FDDC8E}" srcOrd="0" destOrd="0" presId="urn:microsoft.com/office/officeart/2008/layout/LinedList"/>
    <dgm:cxn modelId="{F13B05BD-EFB0-4D5B-8D70-640B11602216}" type="presParOf" srcId="{7067A340-11DD-4AAD-AFD0-7850F0666633}" destId="{3972CA97-C5AB-42A6-BF3C-7D9946DADD62}" srcOrd="1" destOrd="0" presId="urn:microsoft.com/office/officeart/2008/layout/LinedList"/>
    <dgm:cxn modelId="{B499907C-1FCC-4E30-91D9-213137EC4195}" type="presParOf" srcId="{50903A90-6D6B-453C-830B-07DC993DBB67}" destId="{1C7C2282-8AF0-452C-A57E-B2C9C689A5F4}" srcOrd="6" destOrd="0" presId="urn:microsoft.com/office/officeart/2008/layout/LinedList"/>
    <dgm:cxn modelId="{14E7F884-7F09-4AAB-8A92-FE3C1E1A9371}" type="presParOf" srcId="{50903A90-6D6B-453C-830B-07DC993DBB67}" destId="{0BAB352F-4F86-46C1-B221-3B8172691DF5}" srcOrd="7" destOrd="0" presId="urn:microsoft.com/office/officeart/2008/layout/LinedList"/>
    <dgm:cxn modelId="{8799F5B6-C9EA-4F21-A08E-19BDEABB854D}" type="presParOf" srcId="{0BAB352F-4F86-46C1-B221-3B8172691DF5}" destId="{66BCAA09-A749-43EF-B257-08C68C775A11}" srcOrd="0" destOrd="0" presId="urn:microsoft.com/office/officeart/2008/layout/LinedList"/>
    <dgm:cxn modelId="{2FB1985E-10A6-426F-8A7A-28B768C8D860}" type="presParOf" srcId="{0BAB352F-4F86-46C1-B221-3B8172691DF5}" destId="{2A7FD6DB-6336-4242-BC8D-77FE8B15861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983511-EAAA-4818-A6EA-764BC7C96322}">
      <dsp:nvSpPr>
        <dsp:cNvPr id="0" name=""/>
        <dsp:cNvSpPr/>
      </dsp:nvSpPr>
      <dsp:spPr>
        <a:xfrm>
          <a:off x="0" y="0"/>
          <a:ext cx="84166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941CE7-B52B-4AD8-A96D-3D9CC77733D4}">
      <dsp:nvSpPr>
        <dsp:cNvPr id="0" name=""/>
        <dsp:cNvSpPr/>
      </dsp:nvSpPr>
      <dsp:spPr>
        <a:xfrm>
          <a:off x="0" y="0"/>
          <a:ext cx="1683333" cy="81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i="0" kern="1200" dirty="0"/>
            <a:t>Об'єкт дослідження</a:t>
          </a:r>
          <a:endParaRPr lang="uk-UA" sz="1800" kern="1200" dirty="0"/>
        </a:p>
      </dsp:txBody>
      <dsp:txXfrm>
        <a:off x="0" y="0"/>
        <a:ext cx="1683333" cy="815560"/>
      </dsp:txXfrm>
    </dsp:sp>
    <dsp:sp modelId="{5643F077-1E48-4153-AA2D-D4C69CD1F202}">
      <dsp:nvSpPr>
        <dsp:cNvPr id="0" name=""/>
        <dsp:cNvSpPr/>
      </dsp:nvSpPr>
      <dsp:spPr>
        <a:xfrm>
          <a:off x="1809582" y="37034"/>
          <a:ext cx="6607082" cy="740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 dirty="0"/>
            <a:t>Процес впровадження автоматизованих систем обслуговування клієнтів та управління транзакціями у готельній сфері.</a:t>
          </a:r>
          <a:endParaRPr lang="uk-UA" sz="1200" kern="1200" dirty="0"/>
        </a:p>
      </dsp:txBody>
      <dsp:txXfrm>
        <a:off x="1809582" y="37034"/>
        <a:ext cx="6607082" cy="740695"/>
      </dsp:txXfrm>
    </dsp:sp>
    <dsp:sp modelId="{9D813B8C-002A-4A99-BEA9-F794F8DB59F2}">
      <dsp:nvSpPr>
        <dsp:cNvPr id="0" name=""/>
        <dsp:cNvSpPr/>
      </dsp:nvSpPr>
      <dsp:spPr>
        <a:xfrm>
          <a:off x="1683332" y="777729"/>
          <a:ext cx="6733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95F41C-A501-46EA-AD06-37ED5406EDB9}">
      <dsp:nvSpPr>
        <dsp:cNvPr id="0" name=""/>
        <dsp:cNvSpPr/>
      </dsp:nvSpPr>
      <dsp:spPr>
        <a:xfrm>
          <a:off x="0" y="815560"/>
          <a:ext cx="84166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CB87ED-6E44-4363-A92D-B3F1E3EC9734}">
      <dsp:nvSpPr>
        <dsp:cNvPr id="0" name=""/>
        <dsp:cNvSpPr/>
      </dsp:nvSpPr>
      <dsp:spPr>
        <a:xfrm>
          <a:off x="0" y="815560"/>
          <a:ext cx="1683333" cy="81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i="0" kern="1200" dirty="0"/>
            <a:t>Предмет дослідження</a:t>
          </a:r>
          <a:endParaRPr lang="uk-UA" sz="1800" kern="1200" dirty="0"/>
        </a:p>
      </dsp:txBody>
      <dsp:txXfrm>
        <a:off x="0" y="815560"/>
        <a:ext cx="1683333" cy="815560"/>
      </dsp:txXfrm>
    </dsp:sp>
    <dsp:sp modelId="{E34CDBF8-8D90-4D03-88F0-EF593E0358C5}">
      <dsp:nvSpPr>
        <dsp:cNvPr id="0" name=""/>
        <dsp:cNvSpPr/>
      </dsp:nvSpPr>
      <dsp:spPr>
        <a:xfrm>
          <a:off x="1809582" y="852595"/>
          <a:ext cx="6607082" cy="740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/>
            <a:t>Алгоритми та архітектурні методи побудови ШІ-адміністраторів з використанням обробки природної мови та локальних </a:t>
          </a:r>
          <a:r>
            <a:rPr lang="en-US" sz="1200" b="0" i="0" kern="1200"/>
            <a:t>LLM.</a:t>
          </a:r>
          <a:endParaRPr lang="uk-UA" sz="1200" kern="1200"/>
        </a:p>
      </dsp:txBody>
      <dsp:txXfrm>
        <a:off x="1809582" y="852595"/>
        <a:ext cx="6607082" cy="740695"/>
      </dsp:txXfrm>
    </dsp:sp>
    <dsp:sp modelId="{B2EC6819-5027-45EA-AB7F-B5B6A597C094}">
      <dsp:nvSpPr>
        <dsp:cNvPr id="0" name=""/>
        <dsp:cNvSpPr/>
      </dsp:nvSpPr>
      <dsp:spPr>
        <a:xfrm>
          <a:off x="1683332" y="1593290"/>
          <a:ext cx="6733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BE64EC-E272-40F3-ABB6-EE3F7BB54B78}">
      <dsp:nvSpPr>
        <dsp:cNvPr id="0" name=""/>
        <dsp:cNvSpPr/>
      </dsp:nvSpPr>
      <dsp:spPr>
        <a:xfrm>
          <a:off x="0" y="1631121"/>
          <a:ext cx="84166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BC1D6D-A429-4062-9AF9-18686FA7F082}">
      <dsp:nvSpPr>
        <dsp:cNvPr id="0" name=""/>
        <dsp:cNvSpPr/>
      </dsp:nvSpPr>
      <dsp:spPr>
        <a:xfrm>
          <a:off x="0" y="1631121"/>
          <a:ext cx="1683333" cy="81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i="0" kern="1200" dirty="0"/>
            <a:t>Мета роботи</a:t>
          </a:r>
          <a:endParaRPr lang="uk-UA" sz="1800" kern="1200" dirty="0"/>
        </a:p>
      </dsp:txBody>
      <dsp:txXfrm>
        <a:off x="0" y="1631121"/>
        <a:ext cx="1683333" cy="815560"/>
      </dsp:txXfrm>
    </dsp:sp>
    <dsp:sp modelId="{1CB48F7F-CC37-4EB1-9045-518591E0FE45}">
      <dsp:nvSpPr>
        <dsp:cNvPr id="0" name=""/>
        <dsp:cNvSpPr/>
      </dsp:nvSpPr>
      <dsp:spPr>
        <a:xfrm>
          <a:off x="1809582" y="1668156"/>
          <a:ext cx="6607082" cy="740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/>
            <a:t>Розроблення та експериментальна оцінка локальної архітектури ШІ-адміністратора на базі великих мовних моделей із підтримкою обробки природної мови.</a:t>
          </a:r>
          <a:endParaRPr lang="uk-UA" sz="1200" kern="1200"/>
        </a:p>
      </dsp:txBody>
      <dsp:txXfrm>
        <a:off x="1809582" y="1668156"/>
        <a:ext cx="6607082" cy="740695"/>
      </dsp:txXfrm>
    </dsp:sp>
    <dsp:sp modelId="{F39A43F0-DB36-4B2C-8CFB-4BED005251A2}">
      <dsp:nvSpPr>
        <dsp:cNvPr id="0" name=""/>
        <dsp:cNvSpPr/>
      </dsp:nvSpPr>
      <dsp:spPr>
        <a:xfrm>
          <a:off x="1683332" y="2408851"/>
          <a:ext cx="6733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6D837F-1383-4C9E-A25F-9A1DEB57BF66}">
      <dsp:nvSpPr>
        <dsp:cNvPr id="0" name=""/>
        <dsp:cNvSpPr/>
      </dsp:nvSpPr>
      <dsp:spPr>
        <a:xfrm>
          <a:off x="0" y="2446682"/>
          <a:ext cx="84166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DDE166-C75A-44DE-96B9-F1A565738D85}">
      <dsp:nvSpPr>
        <dsp:cNvPr id="0" name=""/>
        <dsp:cNvSpPr/>
      </dsp:nvSpPr>
      <dsp:spPr>
        <a:xfrm>
          <a:off x="0" y="2446682"/>
          <a:ext cx="1683333" cy="81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i="0" kern="1200" dirty="0"/>
            <a:t>Методи дослідження</a:t>
          </a:r>
          <a:endParaRPr lang="uk-UA" sz="1800" kern="1200" dirty="0"/>
        </a:p>
      </dsp:txBody>
      <dsp:txXfrm>
        <a:off x="0" y="2446682"/>
        <a:ext cx="1683333" cy="815560"/>
      </dsp:txXfrm>
    </dsp:sp>
    <dsp:sp modelId="{E37595A3-6872-4656-B2EA-DD6D4BE8C4F6}">
      <dsp:nvSpPr>
        <dsp:cNvPr id="0" name=""/>
        <dsp:cNvSpPr/>
      </dsp:nvSpPr>
      <dsp:spPr>
        <a:xfrm>
          <a:off x="1809582" y="2483717"/>
          <a:ext cx="6607082" cy="740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 dirty="0"/>
            <a:t>Системний аналіз предметної області, багатокритеріальна оптимізація (метод лінійної адитивної згортки), математична лінгвістика (</a:t>
          </a:r>
          <a:r>
            <a:rPr lang="uk-UA" sz="1200" b="0" i="0" kern="1200" dirty="0" err="1"/>
            <a:t>векторизація</a:t>
          </a:r>
          <a:r>
            <a:rPr lang="uk-UA" sz="1200" b="0" i="0" kern="1200" dirty="0"/>
            <a:t>, </a:t>
          </a:r>
          <a:r>
            <a:rPr lang="uk-UA" sz="1200" b="0" i="0" kern="1200" dirty="0" err="1"/>
            <a:t>трансформери</a:t>
          </a:r>
          <a:r>
            <a:rPr lang="uk-UA" sz="1200" b="0" i="0" kern="1200" dirty="0"/>
            <a:t>), машинні методи сегментації (</a:t>
          </a:r>
          <a14:m xmlns:a14="http://schemas.microsoft.com/office/drawing/2010/main">
            <m:oMath xmlns:m="http://schemas.openxmlformats.org/officeDocument/2006/math">
              <m:r>
                <a:rPr lang="uk-UA" sz="1200" b="0" i="1" kern="1200">
                  <a:latin typeface="Cambria Math" panose="02040503050406030204" pitchFamily="18" charset="0"/>
                </a:rPr>
                <m:t>𝑘</m:t>
              </m:r>
            </m:oMath>
          </a14:m>
          <a:r>
            <a:rPr lang="uk-UA" sz="1200" b="0" i="0" kern="1200" dirty="0"/>
            <a:t>-</a:t>
          </a:r>
          <a:r>
            <a:rPr lang="en-US" sz="1200" b="0" i="0" kern="1200" dirty="0"/>
            <a:t>means) </a:t>
          </a:r>
          <a:r>
            <a:rPr lang="uk-UA" sz="1200" b="0" i="0" kern="1200" dirty="0"/>
            <a:t>та навчання з підкріпленням (</a:t>
          </a:r>
          <a:r>
            <a:rPr lang="en-US" sz="1200" b="0" i="0" kern="1200" dirty="0"/>
            <a:t>Reinforcement Learning).</a:t>
          </a:r>
          <a:endParaRPr lang="uk-UA" sz="1200" kern="1200" dirty="0"/>
        </a:p>
      </dsp:txBody>
      <dsp:txXfrm>
        <a:off x="1809582" y="2483717"/>
        <a:ext cx="6607082" cy="740695"/>
      </dsp:txXfrm>
    </dsp:sp>
    <dsp:sp modelId="{A4805668-B380-4D9E-88A0-DD145E1D19BD}">
      <dsp:nvSpPr>
        <dsp:cNvPr id="0" name=""/>
        <dsp:cNvSpPr/>
      </dsp:nvSpPr>
      <dsp:spPr>
        <a:xfrm>
          <a:off x="1683332" y="3224412"/>
          <a:ext cx="6733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6AF4C8-F3F6-4A37-A5DE-DEAC30703ED0}">
      <dsp:nvSpPr>
        <dsp:cNvPr id="0" name=""/>
        <dsp:cNvSpPr/>
      </dsp:nvSpPr>
      <dsp:spPr>
        <a:xfrm>
          <a:off x="0" y="285253"/>
          <a:ext cx="85217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E5E6A9-86BC-405A-9E06-F01A3A9B532D}">
      <dsp:nvSpPr>
        <dsp:cNvPr id="0" name=""/>
        <dsp:cNvSpPr/>
      </dsp:nvSpPr>
      <dsp:spPr>
        <a:xfrm>
          <a:off x="426085" y="4813"/>
          <a:ext cx="5965190" cy="5608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5470" tIns="0" rIns="22547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 dirty="0"/>
            <a:t>Безпека персональних даних.</a:t>
          </a:r>
        </a:p>
      </dsp:txBody>
      <dsp:txXfrm>
        <a:off x="453465" y="32193"/>
        <a:ext cx="5910430" cy="506120"/>
      </dsp:txXfrm>
    </dsp:sp>
    <dsp:sp modelId="{A9ACA8F6-93FD-4C3C-8F96-2F39547CC114}">
      <dsp:nvSpPr>
        <dsp:cNvPr id="0" name=""/>
        <dsp:cNvSpPr/>
      </dsp:nvSpPr>
      <dsp:spPr>
        <a:xfrm>
          <a:off x="0" y="1147094"/>
          <a:ext cx="85217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B353DF-9A5A-4D95-8644-B2A7D1DB26EC}">
      <dsp:nvSpPr>
        <dsp:cNvPr id="0" name=""/>
        <dsp:cNvSpPr/>
      </dsp:nvSpPr>
      <dsp:spPr>
        <a:xfrm>
          <a:off x="426085" y="866654"/>
          <a:ext cx="5965190" cy="5608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5470" tIns="0" rIns="22547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 dirty="0"/>
            <a:t>Галюцинації мовних моделей.</a:t>
          </a:r>
        </a:p>
      </dsp:txBody>
      <dsp:txXfrm>
        <a:off x="453465" y="894034"/>
        <a:ext cx="5910430" cy="506120"/>
      </dsp:txXfrm>
    </dsp:sp>
    <dsp:sp modelId="{59335815-A042-4A14-A3A7-7000795481EB}">
      <dsp:nvSpPr>
        <dsp:cNvPr id="0" name=""/>
        <dsp:cNvSpPr/>
      </dsp:nvSpPr>
      <dsp:spPr>
        <a:xfrm>
          <a:off x="0" y="2008934"/>
          <a:ext cx="85217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53CBE8-C07B-4127-AD52-9C51737F3474}">
      <dsp:nvSpPr>
        <dsp:cNvPr id="0" name=""/>
        <dsp:cNvSpPr/>
      </dsp:nvSpPr>
      <dsp:spPr>
        <a:xfrm>
          <a:off x="426085" y="1728494"/>
          <a:ext cx="5965190" cy="5608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5470" tIns="0" rIns="22547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 dirty="0"/>
            <a:t>Інтеграція з </a:t>
          </a:r>
          <a:r>
            <a:rPr lang="en-US" sz="1900" kern="1200" dirty="0"/>
            <a:t>PMS/CRM.</a:t>
          </a:r>
          <a:endParaRPr lang="uk-UA" sz="1900" kern="1200" dirty="0"/>
        </a:p>
      </dsp:txBody>
      <dsp:txXfrm>
        <a:off x="453465" y="1755874"/>
        <a:ext cx="5910430" cy="506120"/>
      </dsp:txXfrm>
    </dsp:sp>
    <dsp:sp modelId="{D4D0EDB4-85F7-4DDA-BC85-0E7B145C7D0A}">
      <dsp:nvSpPr>
        <dsp:cNvPr id="0" name=""/>
        <dsp:cNvSpPr/>
      </dsp:nvSpPr>
      <dsp:spPr>
        <a:xfrm>
          <a:off x="0" y="2870774"/>
          <a:ext cx="85217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151F04-180A-45B5-AFF4-7EBF3D388587}">
      <dsp:nvSpPr>
        <dsp:cNvPr id="0" name=""/>
        <dsp:cNvSpPr/>
      </dsp:nvSpPr>
      <dsp:spPr>
        <a:xfrm>
          <a:off x="426085" y="2590334"/>
          <a:ext cx="5965190" cy="5608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5470" tIns="0" rIns="22547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Високі вимоги до обчислювальних ресурсів. </a:t>
          </a:r>
          <a:endParaRPr lang="uk-UA" sz="1900" kern="1200" dirty="0"/>
        </a:p>
      </dsp:txBody>
      <dsp:txXfrm>
        <a:off x="453465" y="2617714"/>
        <a:ext cx="5910430" cy="506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983511-EAAA-4818-A6EA-764BC7C96322}">
      <dsp:nvSpPr>
        <dsp:cNvPr id="0" name=""/>
        <dsp:cNvSpPr/>
      </dsp:nvSpPr>
      <dsp:spPr>
        <a:xfrm>
          <a:off x="0" y="0"/>
          <a:ext cx="8521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941CE7-B52B-4AD8-A96D-3D9CC77733D4}">
      <dsp:nvSpPr>
        <dsp:cNvPr id="0" name=""/>
        <dsp:cNvSpPr/>
      </dsp:nvSpPr>
      <dsp:spPr>
        <a:xfrm>
          <a:off x="0" y="0"/>
          <a:ext cx="1704340" cy="838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kern="1200" dirty="0" err="1"/>
            <a:t>Локальне</a:t>
          </a:r>
          <a:r>
            <a:rPr lang="ru-RU" sz="1800" b="1" kern="1200" dirty="0"/>
            <a:t> </a:t>
          </a:r>
          <a:r>
            <a:rPr lang="ru-RU" sz="1800" b="1" kern="1200" dirty="0" err="1"/>
            <a:t>розгортання</a:t>
          </a:r>
          <a:endParaRPr lang="uk-UA" sz="1800" kern="1200" dirty="0"/>
        </a:p>
      </dsp:txBody>
      <dsp:txXfrm>
        <a:off x="0" y="0"/>
        <a:ext cx="1704340" cy="838596"/>
      </dsp:txXfrm>
    </dsp:sp>
    <dsp:sp modelId="{356F560C-3012-4505-9C74-AA252B41B9DB}">
      <dsp:nvSpPr>
        <dsp:cNvPr id="0" name=""/>
        <dsp:cNvSpPr/>
      </dsp:nvSpPr>
      <dsp:spPr>
        <a:xfrm>
          <a:off x="1832165" y="38080"/>
          <a:ext cx="6689534" cy="761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Для </a:t>
          </a:r>
          <a:r>
            <a:rPr lang="ru-RU" sz="1600" kern="1200" dirty="0" err="1"/>
            <a:t>забезпечення</a:t>
          </a:r>
          <a:r>
            <a:rPr lang="ru-RU" sz="1600" kern="1200" dirty="0"/>
            <a:t> </a:t>
          </a:r>
          <a:r>
            <a:rPr lang="ru-RU" sz="1600" kern="1200" dirty="0" err="1"/>
            <a:t>захисту</a:t>
          </a:r>
          <a:r>
            <a:rPr lang="ru-RU" sz="1600" kern="1200" dirty="0"/>
            <a:t> </a:t>
          </a:r>
          <a:r>
            <a:rPr lang="ru-RU" sz="1600" kern="1200" dirty="0" err="1"/>
            <a:t>персональних</a:t>
          </a:r>
          <a:r>
            <a:rPr lang="ru-RU" sz="1600" kern="1200" dirty="0"/>
            <a:t> </a:t>
          </a:r>
          <a:r>
            <a:rPr lang="ru-RU" sz="1600" kern="1200" dirty="0" err="1"/>
            <a:t>даних</a:t>
          </a:r>
          <a:r>
            <a:rPr lang="ru-RU" sz="1600" kern="1200" dirty="0"/>
            <a:t> гостей </a:t>
          </a:r>
          <a:r>
            <a:rPr lang="ru-RU" sz="1600" kern="1200" dirty="0" err="1"/>
            <a:t>рекомендується</a:t>
          </a:r>
          <a:r>
            <a:rPr lang="ru-RU" sz="1600" kern="1200" dirty="0"/>
            <a:t> </a:t>
          </a:r>
          <a:r>
            <a:rPr lang="ru-RU" sz="1600" kern="1200" dirty="0" err="1"/>
            <a:t>використовувати</a:t>
          </a:r>
          <a:r>
            <a:rPr lang="ru-RU" sz="1600" kern="1200" dirty="0"/>
            <a:t> </a:t>
          </a:r>
          <a:r>
            <a:rPr lang="ru-RU" sz="1600" kern="1200" dirty="0" err="1"/>
            <a:t>відкриті</a:t>
          </a:r>
          <a:r>
            <a:rPr lang="ru-RU" sz="1600" kern="1200" dirty="0"/>
            <a:t> </a:t>
          </a:r>
          <a:r>
            <a:rPr lang="ru-RU" sz="1600" kern="1200" dirty="0" err="1"/>
            <a:t>локальні</a:t>
          </a:r>
          <a:r>
            <a:rPr lang="ru-RU" sz="1600" kern="1200" dirty="0"/>
            <a:t> </a:t>
          </a:r>
          <a:r>
            <a:rPr lang="ru-RU" sz="1600" kern="1200" dirty="0" err="1"/>
            <a:t>моделі</a:t>
          </a:r>
          <a:r>
            <a:rPr lang="ru-RU" sz="1600" kern="1200" dirty="0"/>
            <a:t> (</a:t>
          </a:r>
          <a:r>
            <a:rPr lang="ru-RU" sz="1600" kern="1200" dirty="0" err="1"/>
            <a:t>Qwen</a:t>
          </a:r>
          <a:r>
            <a:rPr lang="ru-RU" sz="1600" kern="1200" dirty="0"/>
            <a:t> 2.5 7B, </a:t>
          </a:r>
          <a:r>
            <a:rPr lang="ru-RU" sz="1600" kern="1200" dirty="0" err="1"/>
            <a:t>Llama</a:t>
          </a:r>
          <a:r>
            <a:rPr lang="ru-RU" sz="1600" kern="1200" dirty="0"/>
            <a:t> 3.1 8B)</a:t>
          </a:r>
          <a:endParaRPr lang="uk-UA" sz="1600" kern="1200" dirty="0"/>
        </a:p>
      </dsp:txBody>
      <dsp:txXfrm>
        <a:off x="1832165" y="38080"/>
        <a:ext cx="6689534" cy="761616"/>
      </dsp:txXfrm>
    </dsp:sp>
    <dsp:sp modelId="{6E5E075E-92D0-42C2-BB7A-C8C97BE77883}">
      <dsp:nvSpPr>
        <dsp:cNvPr id="0" name=""/>
        <dsp:cNvSpPr/>
      </dsp:nvSpPr>
      <dsp:spPr>
        <a:xfrm>
          <a:off x="1704340" y="799697"/>
          <a:ext cx="68173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8F67F4-BEF4-40CA-8B11-A52A12FC5BD6}">
      <dsp:nvSpPr>
        <dsp:cNvPr id="0" name=""/>
        <dsp:cNvSpPr/>
      </dsp:nvSpPr>
      <dsp:spPr>
        <a:xfrm>
          <a:off x="0" y="838596"/>
          <a:ext cx="8521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52D183-19D3-4845-A94D-1A4BAD2D23B6}">
      <dsp:nvSpPr>
        <dsp:cNvPr id="0" name=""/>
        <dsp:cNvSpPr/>
      </dsp:nvSpPr>
      <dsp:spPr>
        <a:xfrm>
          <a:off x="0" y="838596"/>
          <a:ext cx="1704340" cy="838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kern="1200"/>
            <a:t>Гібридна архітектура</a:t>
          </a:r>
          <a:endParaRPr lang="uk-UA" sz="1800" kern="1200" dirty="0"/>
        </a:p>
      </dsp:txBody>
      <dsp:txXfrm>
        <a:off x="0" y="838596"/>
        <a:ext cx="1704340" cy="838596"/>
      </dsp:txXfrm>
    </dsp:sp>
    <dsp:sp modelId="{9B944F96-A945-4767-8EAE-6A6C5267282F}">
      <dsp:nvSpPr>
        <dsp:cNvPr id="0" name=""/>
        <dsp:cNvSpPr/>
      </dsp:nvSpPr>
      <dsp:spPr>
        <a:xfrm>
          <a:off x="1832165" y="876677"/>
          <a:ext cx="6689534" cy="761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kern="1200" dirty="0"/>
            <a:t>Впровадження детермінованого шару </a:t>
          </a:r>
          <a:r>
            <a:rPr lang="uk-UA" sz="1600" kern="1200" dirty="0" err="1"/>
            <a:t>валідації</a:t>
          </a:r>
          <a:r>
            <a:rPr lang="uk-UA" sz="1600" kern="1200" dirty="0"/>
            <a:t> між ШІ-агентом та системою бронювання для запобігання «галюцинаціям» та помилковим транзакціям.</a:t>
          </a:r>
        </a:p>
      </dsp:txBody>
      <dsp:txXfrm>
        <a:off x="1832165" y="876677"/>
        <a:ext cx="6689534" cy="761616"/>
      </dsp:txXfrm>
    </dsp:sp>
    <dsp:sp modelId="{CE73638D-6A9C-4B34-ABF1-F7DDEE76781B}">
      <dsp:nvSpPr>
        <dsp:cNvPr id="0" name=""/>
        <dsp:cNvSpPr/>
      </dsp:nvSpPr>
      <dsp:spPr>
        <a:xfrm>
          <a:off x="1704340" y="1638294"/>
          <a:ext cx="68173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C116D1-7779-47D6-A8C5-A29CC586D85B}">
      <dsp:nvSpPr>
        <dsp:cNvPr id="0" name=""/>
        <dsp:cNvSpPr/>
      </dsp:nvSpPr>
      <dsp:spPr>
        <a:xfrm>
          <a:off x="0" y="1677193"/>
          <a:ext cx="8521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FA65DE-60CB-4367-80E7-355C280E5DBE}">
      <dsp:nvSpPr>
        <dsp:cNvPr id="0" name=""/>
        <dsp:cNvSpPr/>
      </dsp:nvSpPr>
      <dsp:spPr>
        <a:xfrm>
          <a:off x="0" y="1677193"/>
          <a:ext cx="1704340" cy="838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kern="1200" dirty="0"/>
            <a:t>Оптимізація </a:t>
          </a:r>
          <a:r>
            <a:rPr lang="en-US" sz="1800" b="1" kern="1200" dirty="0"/>
            <a:t>RAG</a:t>
          </a:r>
          <a:endParaRPr lang="uk-UA" sz="1800" kern="1200" dirty="0"/>
        </a:p>
      </dsp:txBody>
      <dsp:txXfrm>
        <a:off x="0" y="1677193"/>
        <a:ext cx="1704340" cy="838596"/>
      </dsp:txXfrm>
    </dsp:sp>
    <dsp:sp modelId="{669C4BA6-5E47-4602-9CFF-2C1DB79C13AB}">
      <dsp:nvSpPr>
        <dsp:cNvPr id="0" name=""/>
        <dsp:cNvSpPr/>
      </dsp:nvSpPr>
      <dsp:spPr>
        <a:xfrm>
          <a:off x="1832165" y="1715274"/>
          <a:ext cx="6689534" cy="761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kern="1200" dirty="0"/>
            <a:t>Використання векторних баз даних для зберігання актуальної інформації про готель (меню, послуги, правила), що критично підвищує точність відповідей у порівнянні зі звичайними чат-ботами.</a:t>
          </a:r>
        </a:p>
      </dsp:txBody>
      <dsp:txXfrm>
        <a:off x="1832165" y="1715274"/>
        <a:ext cx="6689534" cy="761616"/>
      </dsp:txXfrm>
    </dsp:sp>
    <dsp:sp modelId="{9BB3E262-93B2-40FB-9058-7A96DE81F618}">
      <dsp:nvSpPr>
        <dsp:cNvPr id="0" name=""/>
        <dsp:cNvSpPr/>
      </dsp:nvSpPr>
      <dsp:spPr>
        <a:xfrm>
          <a:off x="1704340" y="2476891"/>
          <a:ext cx="68173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224FDB-7791-445B-8690-2B06FDEDE07F}">
      <dsp:nvSpPr>
        <dsp:cNvPr id="0" name=""/>
        <dsp:cNvSpPr/>
      </dsp:nvSpPr>
      <dsp:spPr>
        <a:xfrm>
          <a:off x="0" y="2515790"/>
          <a:ext cx="8521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029B5C-3BC8-4A47-B5DE-8E0930BCF6AF}">
      <dsp:nvSpPr>
        <dsp:cNvPr id="0" name=""/>
        <dsp:cNvSpPr/>
      </dsp:nvSpPr>
      <dsp:spPr>
        <a:xfrm>
          <a:off x="0" y="2515790"/>
          <a:ext cx="1704340" cy="838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kern="1200" dirty="0"/>
            <a:t>Апаратне забезпечення</a:t>
          </a:r>
          <a:endParaRPr lang="en-US" sz="1800" kern="1200" dirty="0"/>
        </a:p>
      </dsp:txBody>
      <dsp:txXfrm>
        <a:off x="0" y="2515790"/>
        <a:ext cx="1704340" cy="838596"/>
      </dsp:txXfrm>
    </dsp:sp>
    <dsp:sp modelId="{657D7680-DC7B-4E13-861A-127189D74B30}">
      <dsp:nvSpPr>
        <dsp:cNvPr id="0" name=""/>
        <dsp:cNvSpPr/>
      </dsp:nvSpPr>
      <dsp:spPr>
        <a:xfrm>
          <a:off x="1832165" y="2553871"/>
          <a:ext cx="6689534" cy="761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kern="1200" dirty="0"/>
            <a:t>Для стабільної роботи з низькою затримкою рекомендується використання </a:t>
          </a:r>
          <a:r>
            <a:rPr lang="en-US" sz="1600" kern="1200" dirty="0"/>
            <a:t>GPU </a:t>
          </a:r>
          <a:r>
            <a:rPr lang="uk-UA" sz="1600" kern="1200" dirty="0"/>
            <a:t>з об'ємом </a:t>
          </a:r>
          <a:r>
            <a:rPr lang="uk-UA" sz="1600" kern="1200" dirty="0" err="1"/>
            <a:t>відеопам'яті</a:t>
          </a:r>
          <a:r>
            <a:rPr lang="uk-UA" sz="1600" kern="1200" dirty="0"/>
            <a:t> від 12 ГБ (рівня </a:t>
          </a:r>
          <a:r>
            <a:rPr lang="en-US" sz="1600" kern="1200" dirty="0"/>
            <a:t>RTX 3090/4090).</a:t>
          </a:r>
        </a:p>
      </dsp:txBody>
      <dsp:txXfrm>
        <a:off x="1832165" y="2553871"/>
        <a:ext cx="6689534" cy="761616"/>
      </dsp:txXfrm>
    </dsp:sp>
    <dsp:sp modelId="{DDB5BDC1-652D-423E-8724-86B1BB8EDCA7}">
      <dsp:nvSpPr>
        <dsp:cNvPr id="0" name=""/>
        <dsp:cNvSpPr/>
      </dsp:nvSpPr>
      <dsp:spPr>
        <a:xfrm>
          <a:off x="1704340" y="3315488"/>
          <a:ext cx="68173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983511-EAAA-4818-A6EA-764BC7C96322}">
      <dsp:nvSpPr>
        <dsp:cNvPr id="0" name=""/>
        <dsp:cNvSpPr/>
      </dsp:nvSpPr>
      <dsp:spPr>
        <a:xfrm>
          <a:off x="0" y="0"/>
          <a:ext cx="8521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941CE7-B52B-4AD8-A96D-3D9CC77733D4}">
      <dsp:nvSpPr>
        <dsp:cNvPr id="0" name=""/>
        <dsp:cNvSpPr/>
      </dsp:nvSpPr>
      <dsp:spPr>
        <a:xfrm>
          <a:off x="0" y="0"/>
          <a:ext cx="8521700" cy="838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 err="1"/>
            <a:t>Досліджено</a:t>
          </a:r>
          <a:r>
            <a:rPr lang="ru-RU" sz="1700" kern="1200" dirty="0"/>
            <a:t> та доведено </a:t>
          </a:r>
          <a:r>
            <a:rPr lang="ru-RU" sz="1700" kern="1200" dirty="0" err="1"/>
            <a:t>перевагу</a:t>
          </a:r>
          <a:r>
            <a:rPr lang="ru-RU" sz="1700" kern="1200" dirty="0"/>
            <a:t> </a:t>
          </a:r>
          <a:r>
            <a:rPr lang="ru-RU" sz="1700" kern="1200" dirty="0" err="1"/>
            <a:t>поєднання</a:t>
          </a:r>
          <a:r>
            <a:rPr lang="ru-RU" sz="1700" kern="1200" dirty="0"/>
            <a:t> LLM та </a:t>
          </a:r>
          <a:r>
            <a:rPr lang="ru-RU" sz="1700" kern="1200" dirty="0" err="1"/>
            <a:t>технології</a:t>
          </a:r>
          <a:r>
            <a:rPr lang="ru-RU" sz="1700" kern="1200" dirty="0"/>
            <a:t> RAG для </a:t>
          </a:r>
          <a:r>
            <a:rPr lang="ru-RU" sz="1700" kern="1200" dirty="0" err="1"/>
            <a:t>автоматизації</a:t>
          </a:r>
          <a:r>
            <a:rPr lang="ru-RU" sz="1700" kern="1200" dirty="0"/>
            <a:t> </a:t>
          </a:r>
          <a:r>
            <a:rPr lang="ru-RU" sz="1700" kern="1200" dirty="0" err="1"/>
            <a:t>готельного</a:t>
          </a:r>
          <a:r>
            <a:rPr lang="ru-RU" sz="1700" kern="1200" dirty="0"/>
            <a:t> </a:t>
          </a:r>
          <a:r>
            <a:rPr lang="ru-RU" sz="1700" kern="1200" dirty="0" err="1"/>
            <a:t>адміністратора</a:t>
          </a:r>
          <a:r>
            <a:rPr lang="ru-RU" sz="1700" kern="1200" dirty="0"/>
            <a:t>.</a:t>
          </a:r>
          <a:endParaRPr lang="uk-UA" sz="1700" kern="1200" dirty="0"/>
        </a:p>
      </dsp:txBody>
      <dsp:txXfrm>
        <a:off x="0" y="0"/>
        <a:ext cx="8521700" cy="838596"/>
      </dsp:txXfrm>
    </dsp:sp>
    <dsp:sp modelId="{B562CA12-A373-487A-A636-EC8532D2083C}">
      <dsp:nvSpPr>
        <dsp:cNvPr id="0" name=""/>
        <dsp:cNvSpPr/>
      </dsp:nvSpPr>
      <dsp:spPr>
        <a:xfrm>
          <a:off x="0" y="838596"/>
          <a:ext cx="8521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72B945-2FCA-4DA7-ACC5-ADF82FE5DA48}">
      <dsp:nvSpPr>
        <dsp:cNvPr id="0" name=""/>
        <dsp:cNvSpPr/>
      </dsp:nvSpPr>
      <dsp:spPr>
        <a:xfrm>
          <a:off x="0" y="838596"/>
          <a:ext cx="8521700" cy="838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kern="1200" dirty="0" err="1"/>
            <a:t>Спроектовано</a:t>
          </a:r>
          <a:r>
            <a:rPr lang="uk-UA" sz="1700" kern="1200" dirty="0"/>
            <a:t> модульну систему</a:t>
          </a:r>
          <a:r>
            <a:rPr lang="en-US" sz="1700" kern="1200" dirty="0"/>
            <a:t>, </a:t>
          </a:r>
          <a:r>
            <a:rPr lang="uk-UA" sz="1700" kern="1200" dirty="0"/>
            <a:t>яка забезпечує безшовну інтеграцію ШІ-</a:t>
          </a:r>
          <a:r>
            <a:rPr lang="uk-UA" sz="1700" kern="1200" dirty="0" err="1"/>
            <a:t>агента</a:t>
          </a:r>
          <a:r>
            <a:rPr lang="uk-UA" sz="1700" kern="1200" dirty="0"/>
            <a:t> з готельними базами даних.</a:t>
          </a:r>
        </a:p>
      </dsp:txBody>
      <dsp:txXfrm>
        <a:off x="0" y="838596"/>
        <a:ext cx="8521700" cy="838596"/>
      </dsp:txXfrm>
    </dsp:sp>
    <dsp:sp modelId="{7E1610D7-F90F-4D36-BB2F-819E3146ABCF}">
      <dsp:nvSpPr>
        <dsp:cNvPr id="0" name=""/>
        <dsp:cNvSpPr/>
      </dsp:nvSpPr>
      <dsp:spPr>
        <a:xfrm>
          <a:off x="0" y="1677193"/>
          <a:ext cx="8521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74DB84-D216-4A84-8D01-987154FDDC8E}">
      <dsp:nvSpPr>
        <dsp:cNvPr id="0" name=""/>
        <dsp:cNvSpPr/>
      </dsp:nvSpPr>
      <dsp:spPr>
        <a:xfrm>
          <a:off x="0" y="1677193"/>
          <a:ext cx="8521700" cy="838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kern="1200" dirty="0"/>
            <a:t>Експериментальне тестування прототипу показало точність розпізнавання намірів клієнтів на рівні 94.8% для бронювання та успішне виконання сценаріїв бронювання без втручання людини.</a:t>
          </a:r>
        </a:p>
      </dsp:txBody>
      <dsp:txXfrm>
        <a:off x="0" y="1677193"/>
        <a:ext cx="8521700" cy="838596"/>
      </dsp:txXfrm>
    </dsp:sp>
    <dsp:sp modelId="{1C7C2282-8AF0-452C-A57E-B2C9C689A5F4}">
      <dsp:nvSpPr>
        <dsp:cNvPr id="0" name=""/>
        <dsp:cNvSpPr/>
      </dsp:nvSpPr>
      <dsp:spPr>
        <a:xfrm>
          <a:off x="0" y="2515790"/>
          <a:ext cx="8521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BCAA09-A749-43EF-B257-08C68C775A11}">
      <dsp:nvSpPr>
        <dsp:cNvPr id="0" name=""/>
        <dsp:cNvSpPr/>
      </dsp:nvSpPr>
      <dsp:spPr>
        <a:xfrm>
          <a:off x="0" y="2515790"/>
          <a:ext cx="8521700" cy="838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 err="1"/>
            <a:t>Реалізація</a:t>
          </a:r>
          <a:r>
            <a:rPr lang="ru-RU" sz="1700" kern="1200" dirty="0"/>
            <a:t> </a:t>
          </a:r>
          <a:r>
            <a:rPr lang="ru-RU" sz="1700" kern="1200" dirty="0" err="1"/>
            <a:t>системи</a:t>
          </a:r>
          <a:r>
            <a:rPr lang="ru-RU" sz="1700" kern="1200" dirty="0"/>
            <a:t> в локальному </a:t>
          </a:r>
          <a:r>
            <a:rPr lang="ru-RU" sz="1700" kern="1200" dirty="0" err="1"/>
            <a:t>контурі</a:t>
          </a:r>
          <a:r>
            <a:rPr lang="ru-RU" sz="1700" kern="1200" dirty="0"/>
            <a:t> </a:t>
          </a:r>
          <a:r>
            <a:rPr lang="ru-RU" sz="1700" kern="1200" dirty="0" err="1"/>
            <a:t>повністю</a:t>
          </a:r>
          <a:r>
            <a:rPr lang="ru-RU" sz="1700" kern="1200" dirty="0"/>
            <a:t> </a:t>
          </a:r>
          <a:r>
            <a:rPr lang="ru-RU" sz="1700" kern="1200" dirty="0" err="1"/>
            <a:t>усуває</a:t>
          </a:r>
          <a:r>
            <a:rPr lang="ru-RU" sz="1700" kern="1200" dirty="0"/>
            <a:t> </a:t>
          </a:r>
          <a:r>
            <a:rPr lang="ru-RU" sz="1700" kern="1200" dirty="0" err="1"/>
            <a:t>ризики</a:t>
          </a:r>
          <a:r>
            <a:rPr lang="ru-RU" sz="1700" kern="1200" dirty="0"/>
            <a:t> </a:t>
          </a:r>
          <a:r>
            <a:rPr lang="ru-RU" sz="1700" kern="1200" dirty="0" err="1"/>
            <a:t>передачі</a:t>
          </a:r>
          <a:r>
            <a:rPr lang="ru-RU" sz="1700" kern="1200" dirty="0"/>
            <a:t> </a:t>
          </a:r>
          <a:r>
            <a:rPr lang="ru-RU" sz="1700" kern="1200" dirty="0" err="1"/>
            <a:t>конфіденційних</a:t>
          </a:r>
          <a:r>
            <a:rPr lang="ru-RU" sz="1700" kern="1200" dirty="0"/>
            <a:t> </a:t>
          </a:r>
          <a:r>
            <a:rPr lang="ru-RU" sz="1700" kern="1200" dirty="0" err="1"/>
            <a:t>даних</a:t>
          </a:r>
          <a:r>
            <a:rPr lang="ru-RU" sz="1700" kern="1200" dirty="0"/>
            <a:t> гостей </a:t>
          </a:r>
          <a:r>
            <a:rPr lang="ru-RU" sz="1700" kern="1200" dirty="0" err="1"/>
            <a:t>стороннім</a:t>
          </a:r>
          <a:r>
            <a:rPr lang="ru-RU" sz="1700" kern="1200" dirty="0"/>
            <a:t> </a:t>
          </a:r>
          <a:r>
            <a:rPr lang="ru-RU" sz="1700" kern="1200" dirty="0" err="1"/>
            <a:t>хмарним</a:t>
          </a:r>
          <a:r>
            <a:rPr lang="ru-RU" sz="1700" kern="1200" dirty="0"/>
            <a:t> провайдерам.</a:t>
          </a:r>
        </a:p>
      </dsp:txBody>
      <dsp:txXfrm>
        <a:off x="0" y="2515790"/>
        <a:ext cx="8521700" cy="8385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818552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362349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6870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1733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2495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51137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07C4F1A7-9072-121A-B180-5F5306911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>
            <a:extLst>
              <a:ext uri="{FF2B5EF4-FFF2-40B4-BE49-F238E27FC236}">
                <a16:creationId xmlns:a16="http://schemas.microsoft.com/office/drawing/2014/main" id="{D1EB3E6C-41C3-AD79-CAF7-7250972C64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>
            <a:extLst>
              <a:ext uri="{FF2B5EF4-FFF2-40B4-BE49-F238E27FC236}">
                <a16:creationId xmlns:a16="http://schemas.microsoft.com/office/drawing/2014/main" id="{7432E998-66F7-E0C0-3D80-22AA2C0107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69817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6023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20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4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5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1422569" y="1937385"/>
            <a:ext cx="6298862" cy="12687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Дослідження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методів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побудови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ШІ-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агентів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ролі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адміністратора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готельній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сфері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5859765" y="3468825"/>
            <a:ext cx="3366143" cy="16445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/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Каук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В. І.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к.т.н., доцент каф. ПІ</a:t>
            </a: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3;p13">
            <a:extLst>
              <a:ext uri="{FF2B5EF4-FFF2-40B4-BE49-F238E27FC236}">
                <a16:creationId xmlns:a16="http://schemas.microsoft.com/office/drawing/2014/main" id="{FDA9ABB8-4251-7DA0-0902-ABD2B90B9BA3}"/>
              </a:ext>
            </a:extLst>
          </p:cNvPr>
          <p:cNvSpPr txBox="1">
            <a:spLocks/>
          </p:cNvSpPr>
          <p:nvPr/>
        </p:nvSpPr>
        <p:spPr>
          <a:xfrm>
            <a:off x="1131175" y="3468825"/>
            <a:ext cx="3366143" cy="665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indent="0" algn="just"/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Виконав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Пересунько Є. І.</a:t>
            </a:r>
          </a:p>
          <a:p>
            <a:pPr marL="0" indent="0"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ст. гр. ІПЗм-24-3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507206" y="315925"/>
            <a:ext cx="8325094" cy="6278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Актуальність дослідження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FB685B-C4D8-5CAF-8116-F1F5B64B9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25225"/>
            <a:ext cx="3999900" cy="1430193"/>
          </a:xfrm>
        </p:spPr>
        <p:txBody>
          <a:bodyPr/>
          <a:lstStyle/>
          <a:p>
            <a:pPr marL="139700" indent="0">
              <a:buNone/>
            </a:pPr>
            <a:r>
              <a:rPr lang="ru-RU" dirty="0" err="1"/>
              <a:t>Готельна</a:t>
            </a:r>
            <a:r>
              <a:rPr lang="ru-RU" dirty="0"/>
              <a:t> сфера </a:t>
            </a:r>
            <a:r>
              <a:rPr lang="ru-RU" dirty="0" err="1"/>
              <a:t>переживає</a:t>
            </a:r>
            <a:r>
              <a:rPr lang="ru-RU" dirty="0"/>
              <a:t> </a:t>
            </a:r>
            <a:r>
              <a:rPr lang="ru-RU" dirty="0" err="1"/>
              <a:t>стрімку</a:t>
            </a:r>
            <a:r>
              <a:rPr lang="ru-RU" dirty="0"/>
              <a:t> </a:t>
            </a:r>
            <a:r>
              <a:rPr lang="ru-RU" dirty="0" err="1"/>
              <a:t>цифровізацію</a:t>
            </a:r>
            <a:r>
              <a:rPr lang="ru-RU" dirty="0"/>
              <a:t>. </a:t>
            </a:r>
            <a:r>
              <a:rPr lang="ru-RU" dirty="0" err="1"/>
              <a:t>Постійне</a:t>
            </a:r>
            <a:r>
              <a:rPr lang="ru-RU" dirty="0"/>
              <a:t> </a:t>
            </a:r>
            <a:r>
              <a:rPr lang="ru-RU" dirty="0" err="1"/>
              <a:t>перевантаження</a:t>
            </a:r>
            <a:r>
              <a:rPr lang="ru-RU" dirty="0"/>
              <a:t> персоналу </a:t>
            </a:r>
            <a:r>
              <a:rPr lang="ru-RU" dirty="0" err="1"/>
              <a:t>служби</a:t>
            </a:r>
            <a:r>
              <a:rPr lang="ru-RU" dirty="0"/>
              <a:t> </a:t>
            </a:r>
            <a:r>
              <a:rPr lang="ru-RU" dirty="0" err="1"/>
              <a:t>прийому</a:t>
            </a:r>
            <a:r>
              <a:rPr lang="ru-RU" dirty="0"/>
              <a:t> </a:t>
            </a:r>
            <a:r>
              <a:rPr lang="ru-RU" dirty="0" err="1"/>
              <a:t>рутинними</a:t>
            </a:r>
            <a:r>
              <a:rPr lang="ru-RU" dirty="0"/>
              <a:t> </a:t>
            </a:r>
            <a:r>
              <a:rPr lang="ru-RU" dirty="0" err="1"/>
              <a:t>запитами</a:t>
            </a:r>
            <a:r>
              <a:rPr lang="ru-RU" dirty="0"/>
              <a:t> </a:t>
            </a:r>
            <a:r>
              <a:rPr lang="ru-RU" dirty="0" err="1"/>
              <a:t>призводить</a:t>
            </a:r>
            <a:r>
              <a:rPr lang="ru-RU" dirty="0"/>
              <a:t> до </a:t>
            </a:r>
            <a:r>
              <a:rPr lang="ru-RU" dirty="0" err="1"/>
              <a:t>черг</a:t>
            </a:r>
            <a:r>
              <a:rPr lang="ru-RU" dirty="0"/>
              <a:t>, </a:t>
            </a:r>
            <a:r>
              <a:rPr lang="ru-RU" dirty="0" err="1"/>
              <a:t>затримок</a:t>
            </a:r>
            <a:r>
              <a:rPr lang="ru-RU" dirty="0"/>
              <a:t> та </a:t>
            </a:r>
            <a:r>
              <a:rPr lang="ru-RU" dirty="0" err="1"/>
              <a:t>зниження</a:t>
            </a:r>
            <a:r>
              <a:rPr lang="ru-RU" dirty="0"/>
              <a:t> </a:t>
            </a:r>
            <a:r>
              <a:rPr lang="ru-RU" dirty="0" err="1"/>
              <a:t>лояльності</a:t>
            </a:r>
            <a:r>
              <a:rPr lang="ru-RU" dirty="0"/>
              <a:t> гостей.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C074E72-3C38-4002-1BDF-782C38C5318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ru-RU" dirty="0"/>
              <a:t>24/7</a:t>
            </a:r>
          </a:p>
          <a:p>
            <a:pPr marL="139700" indent="0">
              <a:buNone/>
            </a:pPr>
            <a:r>
              <a:rPr lang="ru-RU" dirty="0" err="1"/>
              <a:t>Безперервний</a:t>
            </a:r>
            <a:r>
              <a:rPr lang="ru-RU" dirty="0"/>
              <a:t> </a:t>
            </a:r>
            <a:r>
              <a:rPr lang="ru-RU" dirty="0" err="1"/>
              <a:t>сервіс</a:t>
            </a:r>
            <a:endParaRPr lang="ru-RU" dirty="0"/>
          </a:p>
          <a:p>
            <a:pPr marL="139700" indent="0">
              <a:buNone/>
            </a:pPr>
            <a:r>
              <a:rPr lang="ru-RU" dirty="0" err="1"/>
              <a:t>Миттєве</a:t>
            </a:r>
            <a:r>
              <a:rPr lang="ru-RU" dirty="0"/>
              <a:t> </a:t>
            </a:r>
            <a:r>
              <a:rPr lang="ru-RU" dirty="0" err="1"/>
              <a:t>обслуговування</a:t>
            </a:r>
            <a:r>
              <a:rPr lang="ru-RU" dirty="0"/>
              <a:t> </a:t>
            </a:r>
            <a:r>
              <a:rPr lang="ru-RU" dirty="0" err="1"/>
              <a:t>клієнтів</a:t>
            </a:r>
            <a:r>
              <a:rPr lang="ru-RU" dirty="0"/>
              <a:t> </a:t>
            </a:r>
            <a:r>
              <a:rPr lang="ru-RU" dirty="0" err="1"/>
              <a:t>незалежно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часу </a:t>
            </a:r>
            <a:r>
              <a:rPr lang="ru-RU" dirty="0" err="1"/>
              <a:t>доби</a:t>
            </a:r>
            <a:r>
              <a:rPr lang="ru-RU" dirty="0"/>
              <a:t> та </a:t>
            </a:r>
            <a:r>
              <a:rPr lang="ru-RU" dirty="0" err="1"/>
              <a:t>навантаження</a:t>
            </a:r>
            <a:r>
              <a:rPr lang="ru-RU" dirty="0"/>
              <a:t>.</a:t>
            </a:r>
          </a:p>
          <a:p>
            <a:pPr marL="139700" indent="0">
              <a:buNone/>
            </a:pPr>
            <a:endParaRPr lang="ru-RU" dirty="0"/>
          </a:p>
          <a:p>
            <a:pPr marL="139700" indent="0">
              <a:buNone/>
            </a:pPr>
            <a:r>
              <a:rPr lang="ru-RU" dirty="0"/>
              <a:t>100%</a:t>
            </a:r>
          </a:p>
          <a:p>
            <a:pPr marL="139700" indent="0">
              <a:buNone/>
            </a:pPr>
            <a:r>
              <a:rPr lang="ru-RU" dirty="0" err="1"/>
              <a:t>Локальний</a:t>
            </a:r>
            <a:r>
              <a:rPr lang="ru-RU" dirty="0"/>
              <a:t> контроль </a:t>
            </a:r>
            <a:r>
              <a:rPr lang="ru-RU" dirty="0" err="1"/>
              <a:t>даних</a:t>
            </a:r>
            <a:endParaRPr lang="ru-RU" dirty="0"/>
          </a:p>
          <a:p>
            <a:pPr marL="139700" indent="0">
              <a:buNone/>
            </a:pPr>
            <a:r>
              <a:rPr lang="ru-RU" dirty="0" err="1"/>
              <a:t>Персональна</a:t>
            </a:r>
            <a:r>
              <a:rPr lang="ru-RU" dirty="0"/>
              <a:t> </a:t>
            </a:r>
            <a:r>
              <a:rPr lang="ru-RU" dirty="0" err="1"/>
              <a:t>інформація</a:t>
            </a:r>
            <a:r>
              <a:rPr lang="ru-RU" dirty="0"/>
              <a:t> </a:t>
            </a:r>
            <a:r>
              <a:rPr lang="ru-RU" dirty="0" err="1"/>
              <a:t>ніколи</a:t>
            </a:r>
            <a:r>
              <a:rPr lang="ru-RU" dirty="0"/>
              <a:t> не </a:t>
            </a:r>
            <a:r>
              <a:rPr lang="ru-RU" dirty="0" err="1"/>
              <a:t>передається</a:t>
            </a:r>
            <a:r>
              <a:rPr lang="ru-RU" dirty="0"/>
              <a:t> </a:t>
            </a:r>
            <a:r>
              <a:rPr lang="ru-RU" dirty="0" err="1"/>
              <a:t>третім</a:t>
            </a:r>
            <a:r>
              <a:rPr lang="ru-RU" dirty="0"/>
              <a:t> сторонам.</a:t>
            </a:r>
            <a:endParaRPr lang="uk-UA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F341B41-E99B-3086-FE3C-5601958757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6A9646E-F4D7-3E46-D46C-E66EE9757EC8}"/>
              </a:ext>
            </a:extLst>
          </p:cNvPr>
          <p:cNvSpPr txBox="1">
            <a:spLocks/>
          </p:cNvSpPr>
          <p:nvPr/>
        </p:nvSpPr>
        <p:spPr>
          <a:xfrm>
            <a:off x="311700" y="3132719"/>
            <a:ext cx="4062790" cy="94528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39700" indent="0">
              <a:buNone/>
            </a:pPr>
            <a:r>
              <a:rPr lang="uk-UA" b="1" dirty="0"/>
              <a:t>Рішення: перехід до повністю локальних </a:t>
            </a:r>
            <a:r>
              <a:rPr lang="en-US" b="1" dirty="0"/>
              <a:t>open-source LLM, </a:t>
            </a:r>
            <a:r>
              <a:rPr lang="uk-UA" b="1" dirty="0"/>
              <a:t>розгорнутих на локальних серверах або у хмарі.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542925" y="155837"/>
            <a:ext cx="6267930" cy="6281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задачі</a:t>
            </a:r>
            <a:endParaRPr sz="2800" dirty="0">
              <a:latin typeface="Economica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Diagram 3">
                <a:extLst>
                  <a:ext uri="{FF2B5EF4-FFF2-40B4-BE49-F238E27FC236}">
                    <a16:creationId xmlns:a16="http://schemas.microsoft.com/office/drawing/2014/main" id="{8FC23187-08AA-332A-4B7F-20964F8EF0A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363201181"/>
                  </p:ext>
                </p:extLst>
              </p:nvPr>
            </p:nvGraphicFramePr>
            <p:xfrm>
              <a:off x="488229" y="940628"/>
              <a:ext cx="8416665" cy="326224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4" name="Diagram 3">
                <a:extLst>
                  <a:ext uri="{FF2B5EF4-FFF2-40B4-BE49-F238E27FC236}">
                    <a16:creationId xmlns:a16="http://schemas.microsoft.com/office/drawing/2014/main" id="{8FC23187-08AA-332A-4B7F-20964F8EF0A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363201181"/>
                  </p:ext>
                </p:extLst>
              </p:nvPr>
            </p:nvGraphicFramePr>
            <p:xfrm>
              <a:off x="488229" y="940628"/>
              <a:ext cx="8416665" cy="326224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pic>
        <p:nvPicPr>
          <p:cNvPr id="87" name="Google Shape;87;p1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4B60CC4-E5DD-FCCF-1B7D-8C3F29E9B85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5C264-F894-288C-4F68-D67FE1821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spcFirstLastPara="1" vert="horz" wrap="square" lIns="137160" tIns="137160" rIns="137160" bIns="137160" rtlCol="0" anchor="ctr" anchorCtr="0">
            <a:noAutofit/>
          </a:bodyPr>
          <a:lstStyle/>
          <a:p>
            <a:r>
              <a:rPr lang="uk-UA" sz="2400" dirty="0"/>
              <a:t>Аналіз предметної області</a:t>
            </a:r>
            <a:endParaRPr lang="en-US" sz="24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CCF85C0-1B74-A61E-6335-AFCF13E1A753}"/>
              </a:ext>
            </a:extLst>
          </p:cNvPr>
          <p:cNvSpPr/>
          <p:nvPr/>
        </p:nvSpPr>
        <p:spPr>
          <a:xfrm>
            <a:off x="8760539" y="4760200"/>
            <a:ext cx="287594" cy="2580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x-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4986748-C3F5-25C9-0AD1-22A1CE117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0" y="1762393"/>
            <a:ext cx="7357730" cy="2013845"/>
          </a:xfrm>
          <a:prstGeom prst="rect">
            <a:avLst/>
          </a:prstGeom>
        </p:spPr>
      </p:pic>
      <p:pic>
        <p:nvPicPr>
          <p:cNvPr id="15" name="Google Shape;94;p17">
            <a:extLst>
              <a:ext uri="{FF2B5EF4-FFF2-40B4-BE49-F238E27FC236}">
                <a16:creationId xmlns:a16="http://schemas.microsoft.com/office/drawing/2014/main" id="{251C6BE6-8CB0-6526-8102-D7A5308DE31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1415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4;p17">
            <a:extLst>
              <a:ext uri="{FF2B5EF4-FFF2-40B4-BE49-F238E27FC236}">
                <a16:creationId xmlns:a16="http://schemas.microsoft.com/office/drawing/2014/main" id="{CC245FDA-AC4B-DF0C-29BC-F6FF19F7D0F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2;p17">
            <a:extLst>
              <a:ext uri="{FF2B5EF4-FFF2-40B4-BE49-F238E27FC236}">
                <a16:creationId xmlns:a16="http://schemas.microsoft.com/office/drawing/2014/main" id="{1DD13922-8256-1DBA-1E6A-7A7E32F7C6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8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Проблематика впровадження ШІ 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BE4B1F5-1E54-3622-BC37-3EE73C5896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7663430"/>
              </p:ext>
            </p:extLst>
          </p:nvPr>
        </p:nvGraphicFramePr>
        <p:xfrm>
          <a:off x="311150" y="1225550"/>
          <a:ext cx="8521700" cy="3354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5BF92C3F-A4ED-1673-0D1E-10EE6155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2;p17">
            <a:extLst>
              <a:ext uri="{FF2B5EF4-FFF2-40B4-BE49-F238E27FC236}">
                <a16:creationId xmlns:a16="http://schemas.microsoft.com/office/drawing/2014/main" id="{1DD13922-8256-1DBA-1E6A-7A7E32F7C6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8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Вибір моделей для дослідження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9EDD6B0-B28C-5882-BB84-32DC7D127A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9489746"/>
              </p:ext>
            </p:extLst>
          </p:nvPr>
        </p:nvGraphicFramePr>
        <p:xfrm>
          <a:off x="225113" y="1238953"/>
          <a:ext cx="8521695" cy="21488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451287">
                  <a:extLst>
                    <a:ext uri="{9D8B030D-6E8A-4147-A177-3AD203B41FA5}">
                      <a16:colId xmlns:a16="http://schemas.microsoft.com/office/drawing/2014/main" val="1508294281"/>
                    </a:ext>
                  </a:extLst>
                </a:gridCol>
                <a:gridCol w="983483">
                  <a:extLst>
                    <a:ext uri="{9D8B030D-6E8A-4147-A177-3AD203B41FA5}">
                      <a16:colId xmlns:a16="http://schemas.microsoft.com/office/drawing/2014/main" val="941029301"/>
                    </a:ext>
                  </a:extLst>
                </a:gridCol>
                <a:gridCol w="1217385">
                  <a:extLst>
                    <a:ext uri="{9D8B030D-6E8A-4147-A177-3AD203B41FA5}">
                      <a16:colId xmlns:a16="http://schemas.microsoft.com/office/drawing/2014/main" val="3357462427"/>
                    </a:ext>
                  </a:extLst>
                </a:gridCol>
                <a:gridCol w="1217385">
                  <a:extLst>
                    <a:ext uri="{9D8B030D-6E8A-4147-A177-3AD203B41FA5}">
                      <a16:colId xmlns:a16="http://schemas.microsoft.com/office/drawing/2014/main" val="1316116586"/>
                    </a:ext>
                  </a:extLst>
                </a:gridCol>
                <a:gridCol w="1217385">
                  <a:extLst>
                    <a:ext uri="{9D8B030D-6E8A-4147-A177-3AD203B41FA5}">
                      <a16:colId xmlns:a16="http://schemas.microsoft.com/office/drawing/2014/main" val="3030511406"/>
                    </a:ext>
                  </a:extLst>
                </a:gridCol>
                <a:gridCol w="1217385">
                  <a:extLst>
                    <a:ext uri="{9D8B030D-6E8A-4147-A177-3AD203B41FA5}">
                      <a16:colId xmlns:a16="http://schemas.microsoft.com/office/drawing/2014/main" val="3915017775"/>
                    </a:ext>
                  </a:extLst>
                </a:gridCol>
                <a:gridCol w="1217385">
                  <a:extLst>
                    <a:ext uri="{9D8B030D-6E8A-4147-A177-3AD203B41FA5}">
                      <a16:colId xmlns:a16="http://schemas.microsoft.com/office/drawing/2014/main" val="3176542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>
                          <a:solidFill>
                            <a:schemeClr val="tx1"/>
                          </a:solidFill>
                          <a:effectLst/>
                        </a:rPr>
                        <a:t>Альтернатива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K1 (NLU)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K2 (</a:t>
                      </a:r>
                      <a:r>
                        <a:rPr lang="uk-UA">
                          <a:solidFill>
                            <a:schemeClr val="tx1"/>
                          </a:solidFill>
                          <a:effectLst/>
                        </a:rPr>
                        <a:t>Безпека)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K3 (Fine-tuning)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K4 (</a:t>
                      </a:r>
                      <a:r>
                        <a:rPr lang="uk-UA" dirty="0">
                          <a:solidFill>
                            <a:schemeClr val="tx1"/>
                          </a:solidFill>
                          <a:effectLst/>
                        </a:rPr>
                        <a:t>Контекст)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K5 (TCO)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K6 (Latency)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7862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1"/>
                          </a:solidFill>
                          <a:effectLst/>
                        </a:rPr>
                        <a:t>LLaMA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 3.1 8B</a:t>
                      </a:r>
                      <a:endParaRPr lang="uk-UA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solidFill>
                            <a:schemeClr val="tx1"/>
                          </a:solidFill>
                          <a:effectLst/>
                        </a:rPr>
                        <a:t>10 (</a:t>
                      </a:r>
                      <a:r>
                        <a:rPr lang="uk-UA" dirty="0" err="1">
                          <a:solidFill>
                            <a:schemeClr val="tx1"/>
                          </a:solidFill>
                          <a:effectLst/>
                        </a:rPr>
                        <a:t>Локал</a:t>
                      </a:r>
                      <a:r>
                        <a:rPr lang="uk-UA" dirty="0">
                          <a:solidFill>
                            <a:schemeClr val="tx1"/>
                          </a:solidFill>
                          <a:effectLst/>
                        </a:rPr>
                        <a:t>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solidFill>
                            <a:schemeClr val="tx1"/>
                          </a:solidFill>
                          <a:effectLst/>
                        </a:rPr>
                        <a:t>10 (Повний)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>
                          <a:solidFill>
                            <a:schemeClr val="tx1"/>
                          </a:solidFill>
                          <a:effectLst/>
                        </a:rPr>
                        <a:t>128 000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>
                          <a:solidFill>
                            <a:schemeClr val="tx1"/>
                          </a:solidFill>
                          <a:effectLst/>
                        </a:rPr>
                        <a:t>~$1500/міс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>
                          <a:solidFill>
                            <a:schemeClr val="tx1"/>
                          </a:solidFill>
                          <a:effectLst/>
                        </a:rPr>
                        <a:t>800 мс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136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Qwen 2.5 7B</a:t>
                      </a:r>
                      <a:endParaRPr lang="uk-UA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solidFill>
                            <a:schemeClr val="tx1"/>
                          </a:solidFill>
                          <a:effectLst/>
                        </a:rPr>
                        <a:t>10 (</a:t>
                      </a:r>
                      <a:r>
                        <a:rPr lang="uk-UA" dirty="0" err="1">
                          <a:solidFill>
                            <a:schemeClr val="tx1"/>
                          </a:solidFill>
                          <a:effectLst/>
                        </a:rPr>
                        <a:t>Локал</a:t>
                      </a:r>
                      <a:r>
                        <a:rPr lang="uk-UA" dirty="0">
                          <a:solidFill>
                            <a:schemeClr val="tx1"/>
                          </a:solidFill>
                          <a:effectLst/>
                        </a:rPr>
                        <a:t>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solidFill>
                            <a:schemeClr val="tx1"/>
                          </a:solidFill>
                          <a:effectLst/>
                        </a:rPr>
                        <a:t>10 (Повний)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>
                          <a:solidFill>
                            <a:schemeClr val="tx1"/>
                          </a:solidFill>
                          <a:effectLst/>
                        </a:rPr>
                        <a:t>32 000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>
                          <a:solidFill>
                            <a:schemeClr val="tx1"/>
                          </a:solidFill>
                          <a:effectLst/>
                        </a:rPr>
                        <a:t>~$800/міс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solidFill>
                            <a:schemeClr val="tx1"/>
                          </a:solidFill>
                          <a:effectLst/>
                        </a:rPr>
                        <a:t>600 мс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2871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Mistral 7B Instruct</a:t>
                      </a:r>
                      <a:endParaRPr lang="uk-UA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solidFill>
                            <a:schemeClr val="tx1"/>
                          </a:solidFill>
                          <a:effectLst/>
                        </a:rPr>
                        <a:t>10 (</a:t>
                      </a:r>
                      <a:r>
                        <a:rPr lang="uk-UA" dirty="0" err="1">
                          <a:solidFill>
                            <a:schemeClr val="tx1"/>
                          </a:solidFill>
                          <a:effectLst/>
                        </a:rPr>
                        <a:t>Локал</a:t>
                      </a:r>
                      <a:r>
                        <a:rPr lang="uk-UA" dirty="0">
                          <a:solidFill>
                            <a:schemeClr val="tx1"/>
                          </a:solidFill>
                          <a:effectLst/>
                        </a:rPr>
                        <a:t>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solidFill>
                            <a:schemeClr val="tx1"/>
                          </a:solidFill>
                          <a:effectLst/>
                        </a:rPr>
                        <a:t>10 (Повний)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>
                          <a:solidFill>
                            <a:schemeClr val="tx1"/>
                          </a:solidFill>
                          <a:effectLst/>
                        </a:rPr>
                        <a:t>32 000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solidFill>
                            <a:schemeClr val="tx1"/>
                          </a:solidFill>
                          <a:effectLst/>
                        </a:rPr>
                        <a:t>~$500/міс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solidFill>
                            <a:schemeClr val="tx1"/>
                          </a:solidFill>
                          <a:effectLst/>
                        </a:rPr>
                        <a:t>400 мс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3147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GPT-4o mini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>
                          <a:solidFill>
                            <a:schemeClr val="tx1"/>
                          </a:solidFill>
                          <a:effectLst/>
                        </a:rPr>
                        <a:t>3 (Низька)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solidFill>
                            <a:schemeClr val="tx1"/>
                          </a:solidFill>
                          <a:effectLst/>
                        </a:rPr>
                        <a:t>2 (Обмеж.)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>
                          <a:solidFill>
                            <a:schemeClr val="tx1"/>
                          </a:solidFill>
                          <a:effectLst/>
                        </a:rPr>
                        <a:t>128 000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>
                          <a:solidFill>
                            <a:schemeClr val="tx1"/>
                          </a:solidFill>
                          <a:effectLst/>
                        </a:rPr>
                        <a:t>~$200/міс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solidFill>
                            <a:schemeClr val="tx1"/>
                          </a:solidFill>
                          <a:effectLst/>
                        </a:rPr>
                        <a:t>500 мс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8919824"/>
                  </a:ext>
                </a:extLst>
              </a:tr>
            </a:tbl>
          </a:graphicData>
        </a:graphic>
      </p:graphicFrame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5BF92C3F-A4ED-1673-0D1E-10EE6155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948021D-AFD8-7B1D-402C-1A2626F3423B}"/>
              </a:ext>
            </a:extLst>
          </p:cNvPr>
          <p:cNvSpPr txBox="1">
            <a:spLocks/>
          </p:cNvSpPr>
          <p:nvPr/>
        </p:nvSpPr>
        <p:spPr>
          <a:xfrm>
            <a:off x="1334289" y="3577514"/>
            <a:ext cx="7412519" cy="14793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None/>
            </a:pPr>
            <a:r>
              <a:rPr lang="ru-RU" dirty="0"/>
              <a:t>Для </a:t>
            </a:r>
            <a:r>
              <a:rPr lang="ru-RU" dirty="0" err="1"/>
              <a:t>вибору</a:t>
            </a:r>
            <a:r>
              <a:rPr lang="ru-RU" dirty="0"/>
              <a:t> оптимального ядра проведено </a:t>
            </a:r>
            <a:r>
              <a:rPr lang="ru-RU" dirty="0" err="1"/>
              <a:t>аналіз</a:t>
            </a:r>
            <a:r>
              <a:rPr lang="ru-RU" dirty="0"/>
              <a:t> альтернатив за методом </a:t>
            </a:r>
            <a:r>
              <a:rPr lang="ru-RU" dirty="0" err="1"/>
              <a:t>лінійної</a:t>
            </a:r>
            <a:r>
              <a:rPr lang="ru-RU" dirty="0"/>
              <a:t> </a:t>
            </a:r>
            <a:r>
              <a:rPr lang="ru-RU" dirty="0" err="1"/>
              <a:t>адитивної</a:t>
            </a:r>
            <a:r>
              <a:rPr lang="ru-RU" dirty="0"/>
              <a:t> </a:t>
            </a:r>
            <a:r>
              <a:rPr lang="ru-RU" dirty="0" err="1"/>
              <a:t>згортки</a:t>
            </a:r>
            <a:r>
              <a:rPr lang="ru-RU" dirty="0"/>
              <a:t> з </a:t>
            </a:r>
            <a:r>
              <a:rPr lang="ru-RU" dirty="0" err="1"/>
              <a:t>ваговими</a:t>
            </a:r>
            <a:r>
              <a:rPr lang="ru-RU" dirty="0"/>
              <a:t> </a:t>
            </a:r>
            <a:r>
              <a:rPr lang="ru-RU" dirty="0" err="1"/>
              <a:t>коефіцієнтами</a:t>
            </a:r>
            <a:r>
              <a:rPr lang="ru-RU" dirty="0"/>
              <a:t>, </a:t>
            </a:r>
            <a:r>
              <a:rPr lang="ru-RU" dirty="0" err="1"/>
              <a:t>заснованими</a:t>
            </a:r>
            <a:r>
              <a:rPr lang="ru-RU" dirty="0"/>
              <a:t> на </a:t>
            </a:r>
            <a:r>
              <a:rPr lang="ru-RU" dirty="0" err="1"/>
              <a:t>пріоритетах</a:t>
            </a:r>
            <a:r>
              <a:rPr lang="ru-RU" dirty="0"/>
              <a:t> </a:t>
            </a:r>
            <a:r>
              <a:rPr lang="ru-RU" dirty="0" err="1"/>
              <a:t>безпеки</a:t>
            </a:r>
            <a:r>
              <a:rPr lang="ru-RU" dirty="0"/>
              <a:t> та </a:t>
            </a:r>
            <a:r>
              <a:rPr lang="ru-RU" dirty="0" err="1"/>
              <a:t>якості</a:t>
            </a:r>
            <a:r>
              <a:rPr lang="ru-RU" dirty="0"/>
              <a:t> </a:t>
            </a:r>
            <a:r>
              <a:rPr lang="ru-RU" dirty="0" err="1"/>
              <a:t>сервісу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13" name="Google Shape;94;p17">
            <a:extLst>
              <a:ext uri="{FF2B5EF4-FFF2-40B4-BE49-F238E27FC236}">
                <a16:creationId xmlns:a16="http://schemas.microsoft.com/office/drawing/2014/main" id="{D9907C7B-5445-9F51-6D5D-5379AE2DD71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973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4;p17">
            <a:extLst>
              <a:ext uri="{FF2B5EF4-FFF2-40B4-BE49-F238E27FC236}">
                <a16:creationId xmlns:a16="http://schemas.microsoft.com/office/drawing/2014/main" id="{395CD177-C6A5-E527-4879-74B9B144E3A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2;p17">
            <a:extLst>
              <a:ext uri="{FF2B5EF4-FFF2-40B4-BE49-F238E27FC236}">
                <a16:creationId xmlns:a16="http://schemas.microsoft.com/office/drawing/2014/main" id="{1DD13922-8256-1DBA-1E6A-7A7E32F7C6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8186" y="110670"/>
            <a:ext cx="8704412" cy="6943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8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Послідовність процесу бронювання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5BF92C3F-A4ED-1673-0D1E-10EE61551B9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19E852DB-A811-D701-9382-755AC5037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35" y="932318"/>
            <a:ext cx="8093129" cy="36036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453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0" y="371476"/>
            <a:ext cx="4610344" cy="68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8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Архітектура системи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5A510-FA14-7D01-2A41-1EF26EAA36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992077-E816-8FC7-7B09-03104B2016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4396" y="104460"/>
            <a:ext cx="4062412" cy="48367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CA1FF1-BC33-2800-708E-8B64DFE264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925" y="1550195"/>
            <a:ext cx="4198925" cy="25360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2;p17">
            <a:extLst>
              <a:ext uri="{FF2B5EF4-FFF2-40B4-BE49-F238E27FC236}">
                <a16:creationId xmlns:a16="http://schemas.microsoft.com/office/drawing/2014/main" id="{1DD13922-8256-1DBA-1E6A-7A7E32F7C6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8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Експериментальне</a:t>
            </a:r>
            <a:r>
              <a:rPr lang="uk-UA" sz="32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дослідження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8172578-98F1-B839-6F9A-E8C772EC6D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868085"/>
              </p:ext>
            </p:extLst>
          </p:nvPr>
        </p:nvGraphicFramePr>
        <p:xfrm>
          <a:off x="311150" y="1225550"/>
          <a:ext cx="8521700" cy="2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425">
                  <a:extLst>
                    <a:ext uri="{9D8B030D-6E8A-4147-A177-3AD203B41FA5}">
                      <a16:colId xmlns:a16="http://schemas.microsoft.com/office/drawing/2014/main" val="2199443929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4155228549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1935277355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41824576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Показник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LLaMA</a:t>
                      </a:r>
                      <a:r>
                        <a:rPr lang="uk-UA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3.1 8B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Qwen</a:t>
                      </a:r>
                      <a:r>
                        <a:rPr lang="uk-UA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2.5 7B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Методика вимірювання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01768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Hallucination</a:t>
                      </a:r>
                      <a:r>
                        <a:rPr lang="uk-UA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uk-UA" sz="14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Rate</a:t>
                      </a:r>
                      <a:r>
                        <a:rPr lang="uk-UA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(%)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2.1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1.7</a:t>
                      </a:r>
                    </a:p>
                  </a:txBody>
                  <a:tcPr marL="68580" marR="68580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Відношення помилок до 500 запитів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6738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Entity Extraction Precision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0.93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0.95</a:t>
                      </a:r>
                    </a:p>
                  </a:txBody>
                  <a:tcPr marL="68580" marR="68580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Точність витягування дат та імен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4609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Context Adherence (0–1)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0.94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0.96</a:t>
                      </a:r>
                    </a:p>
                  </a:txBody>
                  <a:tcPr marL="68580" marR="68580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Дотримання наданого контексту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2117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False</a:t>
                      </a:r>
                      <a:r>
                        <a:rPr lang="uk-UA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uk-UA" sz="14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Positive</a:t>
                      </a:r>
                      <a:r>
                        <a:rPr lang="uk-UA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uk-UA" sz="14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Intentions</a:t>
                      </a:r>
                      <a:endParaRPr lang="uk-UA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9</a:t>
                      </a:r>
                    </a:p>
                  </a:txBody>
                  <a:tcPr marL="68580" marR="68580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Кількість хибних спрацювань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32381"/>
                  </a:ext>
                </a:extLst>
              </a:tr>
            </a:tbl>
          </a:graphicData>
        </a:graphic>
      </p:graphicFrame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F9E1C805-9048-F190-EBD3-CAD78AB60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94;p17">
            <a:extLst>
              <a:ext uri="{FF2B5EF4-FFF2-40B4-BE49-F238E27FC236}">
                <a16:creationId xmlns:a16="http://schemas.microsoft.com/office/drawing/2014/main" id="{237F1921-846E-7C96-C087-67172FF245E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4104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2;p17">
            <a:extLst>
              <a:ext uri="{FF2B5EF4-FFF2-40B4-BE49-F238E27FC236}">
                <a16:creationId xmlns:a16="http://schemas.microsoft.com/office/drawing/2014/main" id="{1DD13922-8256-1DBA-1E6A-7A7E32F7C6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uk-UA" sz="28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Експериментальне</a:t>
            </a:r>
            <a:r>
              <a:rPr lang="uk-UA" sz="32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дослідження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EA9FC85-2809-C754-F0DC-D801B4D051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6464452"/>
              </p:ext>
            </p:extLst>
          </p:nvPr>
        </p:nvGraphicFramePr>
        <p:xfrm>
          <a:off x="314325" y="1147225"/>
          <a:ext cx="8518525" cy="3379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250">
                  <a:extLst>
                    <a:ext uri="{9D8B030D-6E8A-4147-A177-3AD203B41FA5}">
                      <a16:colId xmlns:a16="http://schemas.microsoft.com/office/drawing/2014/main" val="2265943370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1974076053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562449468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21753901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Компонент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LLaMA</a:t>
                      </a:r>
                      <a:r>
                        <a:rPr lang="uk-UA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3.1 8B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Qwen</a:t>
                      </a:r>
                      <a:r>
                        <a:rPr lang="uk-UA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2.5 7B 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Коментар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6902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Повнота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uk-UA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4.6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uk-UA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4.7</a:t>
                      </a:r>
                    </a:p>
                  </a:txBody>
                  <a:tcPr marL="68580" marR="68580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Наявність усіх деталей у відповіді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6318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Точність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uk-UA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4.7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uk-UA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4.8</a:t>
                      </a:r>
                    </a:p>
                  </a:txBody>
                  <a:tcPr marL="68580" marR="68580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Відсутність фактологічних помилок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3977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uk-UA" sz="14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Релевантність</a:t>
                      </a:r>
                      <a:endParaRPr lang="uk-UA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uk-UA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4.5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uk-UA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4.8</a:t>
                      </a:r>
                    </a:p>
                  </a:txBody>
                  <a:tcPr marL="68580" marR="68580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Зв’язок із контекстом діалогу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5429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Емпатія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uk-UA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4.3</a:t>
                      </a:r>
                    </a:p>
                  </a:txBody>
                  <a:tcPr marL="68580" marR="68580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uk-UA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4.1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Ввічливість та розуміння емоцій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6416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Загальний бал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uk-UA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4.53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uk-UA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4.60</a:t>
                      </a:r>
                    </a:p>
                  </a:txBody>
                  <a:tcPr marL="68580" marR="68580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buNone/>
                      </a:pPr>
                      <a:r>
                        <a:rPr lang="uk-UA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Середньозважена оцінка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1673351"/>
                  </a:ext>
                </a:extLst>
              </a:tr>
            </a:tbl>
          </a:graphicData>
        </a:graphic>
      </p:graphicFrame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B76B2F4E-91E3-ADF3-43A3-0CA8E014E6FE}"/>
              </a:ext>
            </a:extLst>
          </p:cNvPr>
          <p:cNvSpPr txBox="1">
            <a:spLocks/>
          </p:cNvSpPr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Google Shape;94;p17">
            <a:extLst>
              <a:ext uri="{FF2B5EF4-FFF2-40B4-BE49-F238E27FC236}">
                <a16:creationId xmlns:a16="http://schemas.microsoft.com/office/drawing/2014/main" id="{F7370AE9-1AE1-8D70-6080-7378E48C345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7951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1FC2D1E6-64C2-854F-2BBC-7A069A756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2;p17">
            <a:extLst>
              <a:ext uri="{FF2B5EF4-FFF2-40B4-BE49-F238E27FC236}">
                <a16:creationId xmlns:a16="http://schemas.microsoft.com/office/drawing/2014/main" id="{12F3EE5A-2C6A-36C6-26E3-7DAD5248FC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uk-UA" sz="2800" dirty="0"/>
              <a:t>Апробація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94;p17">
            <a:extLst>
              <a:ext uri="{FF2B5EF4-FFF2-40B4-BE49-F238E27FC236}">
                <a16:creationId xmlns:a16="http://schemas.microsoft.com/office/drawing/2014/main" id="{AFB399FD-8E7C-F4BD-1EC0-CA1E3AEB3F2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06288F90-D421-F86F-5D04-9DB438EF0FF2}"/>
              </a:ext>
            </a:extLst>
          </p:cNvPr>
          <p:cNvSpPr txBox="1">
            <a:spLocks/>
          </p:cNvSpPr>
          <p:nvPr/>
        </p:nvSpPr>
        <p:spPr>
          <a:xfrm>
            <a:off x="8557950" y="465722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7">
            <a:extLst>
              <a:ext uri="{FF2B5EF4-FFF2-40B4-BE49-F238E27FC236}">
                <a16:creationId xmlns:a16="http://schemas.microsoft.com/office/drawing/2014/main" id="{62CF7361-55D5-0317-363A-3FF04F33FE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007394" y="1110371"/>
            <a:ext cx="2149240" cy="331518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15991A-E969-824F-F95B-AE5CE6AC45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5181" y="1147223"/>
            <a:ext cx="2205732" cy="32783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37967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2800" dirty="0"/>
              <a:t>Рекомендації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30159A66-8141-E616-0B57-98CD36719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BCBA5C8-C37D-8D16-9B05-B61E4C111A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3292675"/>
              </p:ext>
            </p:extLst>
          </p:nvPr>
        </p:nvGraphicFramePr>
        <p:xfrm>
          <a:off x="311150" y="1225550"/>
          <a:ext cx="8521700" cy="3354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Google Shape;94;p17">
            <a:extLst>
              <a:ext uri="{FF2B5EF4-FFF2-40B4-BE49-F238E27FC236}">
                <a16:creationId xmlns:a16="http://schemas.microsoft.com/office/drawing/2014/main" id="{A5B8FA52-28B9-5978-6389-44485597396C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Висновки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945031-BF46-457A-7873-71604F37F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Content Placeholder 7">
            <a:extLst>
              <a:ext uri="{FF2B5EF4-FFF2-40B4-BE49-F238E27FC236}">
                <a16:creationId xmlns:a16="http://schemas.microsoft.com/office/drawing/2014/main" id="{F35546C9-0E99-F0CC-99E8-39A6B5CD79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7029265"/>
              </p:ext>
            </p:extLst>
          </p:nvPr>
        </p:nvGraphicFramePr>
        <p:xfrm>
          <a:off x="311150" y="1225550"/>
          <a:ext cx="8521700" cy="3354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Google Shape;94;p17">
            <a:extLst>
              <a:ext uri="{FF2B5EF4-FFF2-40B4-BE49-F238E27FC236}">
                <a16:creationId xmlns:a16="http://schemas.microsoft.com/office/drawing/2014/main" id="{7860BF31-9117-2D5A-3777-5B6DB4862529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8702778"/>
      </p:ext>
    </p:extLst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6175</TotalTime>
  <Words>632</Words>
  <Application>Microsoft Office PowerPoint</Application>
  <PresentationFormat>On-screen Show (16:9)</PresentationFormat>
  <Paragraphs>144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Times New Roman</vt:lpstr>
      <vt:lpstr>Economica</vt:lpstr>
      <vt:lpstr>Cambria Math</vt:lpstr>
      <vt:lpstr>Open Sans</vt:lpstr>
      <vt:lpstr>Arial</vt:lpstr>
      <vt:lpstr>Luxe</vt:lpstr>
      <vt:lpstr>Дослідження методів побудови ШІ-агентів для ролі адміністратора в готельній сфері</vt:lpstr>
      <vt:lpstr>Актуальність дослідження</vt:lpstr>
      <vt:lpstr>Постановка задачі</vt:lpstr>
      <vt:lpstr>Аналіз предметної області</vt:lpstr>
      <vt:lpstr>Проблематика впровадження ШІ </vt:lpstr>
      <vt:lpstr>Вибір моделей для дослідження</vt:lpstr>
      <vt:lpstr>Послідовність процесу бронювання</vt:lpstr>
      <vt:lpstr>Архітектура системи</vt:lpstr>
      <vt:lpstr>Експериментальне дослідження</vt:lpstr>
      <vt:lpstr>Експериментальне дослідження</vt:lpstr>
      <vt:lpstr>Апробація</vt:lpstr>
      <vt:lpstr>Рекомендації</vt:lpstr>
      <vt:lpstr>Висновки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Дослідження методів обробки розподілених транзакцій в мікросервісній архітектурі на основі патерну SAGA</dc:title>
  <dc:creator>YEHOR</dc:creator>
  <cp:lastModifiedBy>Єгор Пересунько</cp:lastModifiedBy>
  <cp:revision>16</cp:revision>
  <dcterms:modified xsi:type="dcterms:W3CDTF">2026-05-23T15:25:40Z</dcterms:modified>
</cp:coreProperties>
</file>